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3D1"/>
    <a:srgbClr val="3F6482"/>
    <a:srgbClr val="355974"/>
    <a:srgbClr val="255C88"/>
    <a:srgbClr val="DCF5D8"/>
    <a:srgbClr val="BFC5C5"/>
    <a:srgbClr val="5DCD4D"/>
    <a:srgbClr val="E7EEEE"/>
    <a:srgbClr val="1893B7"/>
    <a:srgbClr val="31A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e Gachet" userId="699b57a9-cf39-4118-976c-2a4cdd6e4f7d" providerId="ADAL" clId="{5A4BBD47-26AE-4270-B2FD-66CE706B90A3}"/>
    <pc:docChg chg="undo redo custSel addSld delSld modSld sldOrd">
      <pc:chgData name="Leandre Gachet" userId="699b57a9-cf39-4118-976c-2a4cdd6e4f7d" providerId="ADAL" clId="{5A4BBD47-26AE-4270-B2FD-66CE706B90A3}" dt="2026-01-25T13:02:03.473" v="9342" actId="1035"/>
      <pc:docMkLst>
        <pc:docMk/>
      </pc:docMkLst>
      <pc:sldChg chg="addSp delSp modSp mod setBg">
        <pc:chgData name="Leandre Gachet" userId="699b57a9-cf39-4118-976c-2a4cdd6e4f7d" providerId="ADAL" clId="{5A4BBD47-26AE-4270-B2FD-66CE706B90A3}" dt="2026-01-25T13:02:03.473" v="9342" actId="1035"/>
        <pc:sldMkLst>
          <pc:docMk/>
          <pc:sldMk cId="1017413428" sldId="256"/>
        </pc:sldMkLst>
        <pc:spChg chg="del mod">
          <ac:chgData name="Leandre Gachet" userId="699b57a9-cf39-4118-976c-2a4cdd6e4f7d" providerId="ADAL" clId="{5A4BBD47-26AE-4270-B2FD-66CE706B90A3}" dt="2026-01-06T16:15:10.315" v="2" actId="478"/>
          <ac:spMkLst>
            <pc:docMk/>
            <pc:sldMk cId="1017413428" sldId="256"/>
            <ac:spMk id="2" creationId="{5FABD16F-43C2-4C6C-B5D0-6A2A1B64F51D}"/>
          </ac:spMkLst>
        </pc:spChg>
        <pc:spChg chg="del">
          <ac:chgData name="Leandre Gachet" userId="699b57a9-cf39-4118-976c-2a4cdd6e4f7d" providerId="ADAL" clId="{5A4BBD47-26AE-4270-B2FD-66CE706B90A3}" dt="2026-01-06T16:15:13.073" v="3" actId="478"/>
          <ac:spMkLst>
            <pc:docMk/>
            <pc:sldMk cId="1017413428" sldId="256"/>
            <ac:spMk id="3" creationId="{92BBC75F-4F7C-40DC-B4E3-2F26E01A67FE}"/>
          </ac:spMkLst>
        </pc:spChg>
        <pc:spChg chg="add mod">
          <ac:chgData name="Leandre Gachet" userId="699b57a9-cf39-4118-976c-2a4cdd6e4f7d" providerId="ADAL" clId="{5A4BBD47-26AE-4270-B2FD-66CE706B90A3}" dt="2026-01-06T16:36:58.654" v="820" actId="1035"/>
          <ac:spMkLst>
            <pc:docMk/>
            <pc:sldMk cId="1017413428" sldId="256"/>
            <ac:spMk id="4" creationId="{9F577C2A-F615-4F4E-A6F1-DBE3478B54D3}"/>
          </ac:spMkLst>
        </pc:spChg>
        <pc:spChg chg="add mod">
          <ac:chgData name="Leandre Gachet" userId="699b57a9-cf39-4118-976c-2a4cdd6e4f7d" providerId="ADAL" clId="{5A4BBD47-26AE-4270-B2FD-66CE706B90A3}" dt="2026-01-06T16:26:25.394" v="366" actId="14100"/>
          <ac:spMkLst>
            <pc:docMk/>
            <pc:sldMk cId="1017413428" sldId="256"/>
            <ac:spMk id="5" creationId="{5324DD9E-B6B7-4E47-B7CE-2A0B9BD95A4B}"/>
          </ac:spMkLst>
        </pc:spChg>
        <pc:spChg chg="add mod">
          <ac:chgData name="Leandre Gachet" userId="699b57a9-cf39-4118-976c-2a4cdd6e4f7d" providerId="ADAL" clId="{5A4BBD47-26AE-4270-B2FD-66CE706B90A3}" dt="2026-01-06T16:26:42.959" v="372" actId="14100"/>
          <ac:spMkLst>
            <pc:docMk/>
            <pc:sldMk cId="1017413428" sldId="256"/>
            <ac:spMk id="9" creationId="{AF28CC0C-B864-4D93-AC66-1E8DA62B7A33}"/>
          </ac:spMkLst>
        </pc:spChg>
        <pc:spChg chg="add mod">
          <ac:chgData name="Leandre Gachet" userId="699b57a9-cf39-4118-976c-2a4cdd6e4f7d" providerId="ADAL" clId="{5A4BBD47-26AE-4270-B2FD-66CE706B90A3}" dt="2026-01-06T16:37:09.556" v="821" actId="20577"/>
          <ac:spMkLst>
            <pc:docMk/>
            <pc:sldMk cId="1017413428" sldId="256"/>
            <ac:spMk id="11" creationId="{C5669BC2-D959-43EE-B5A7-615FB63462CC}"/>
          </ac:spMkLst>
        </pc:spChg>
        <pc:spChg chg="add mod">
          <ac:chgData name="Leandre Gachet" userId="699b57a9-cf39-4118-976c-2a4cdd6e4f7d" providerId="ADAL" clId="{5A4BBD47-26AE-4270-B2FD-66CE706B90A3}" dt="2026-01-25T11:57:30.034" v="9291"/>
          <ac:spMkLst>
            <pc:docMk/>
            <pc:sldMk cId="1017413428" sldId="256"/>
            <ac:spMk id="13" creationId="{3BA5A03B-0AFD-4206-8011-4ABF031562FF}"/>
          </ac:spMkLst>
        </pc:spChg>
        <pc:picChg chg="add del mod ord">
          <ac:chgData name="Leandre Gachet" userId="699b57a9-cf39-4118-976c-2a4cdd6e4f7d" providerId="ADAL" clId="{5A4BBD47-26AE-4270-B2FD-66CE706B90A3}" dt="2026-01-06T16:35:22.484" v="688" actId="478"/>
          <ac:picMkLst>
            <pc:docMk/>
            <pc:sldMk cId="1017413428" sldId="256"/>
            <ac:picMk id="7" creationId="{3590921E-B1DD-4A8E-A497-0438A28DFB82}"/>
          </ac:picMkLst>
        </pc:picChg>
        <pc:picChg chg="add del mod">
          <ac:chgData name="Leandre Gachet" userId="699b57a9-cf39-4118-976c-2a4cdd6e4f7d" providerId="ADAL" clId="{5A4BBD47-26AE-4270-B2FD-66CE706B90A3}" dt="2026-01-06T16:19:09.555" v="128" actId="478"/>
          <ac:picMkLst>
            <pc:docMk/>
            <pc:sldMk cId="1017413428" sldId="256"/>
            <ac:picMk id="1026" creationId="{38176BC0-9308-4D82-AA0D-ADF17E07B746}"/>
          </ac:picMkLst>
        </pc:picChg>
        <pc:cxnChg chg="add mod">
          <ac:chgData name="Leandre Gachet" userId="699b57a9-cf39-4118-976c-2a4cdd6e4f7d" providerId="ADAL" clId="{5A4BBD47-26AE-4270-B2FD-66CE706B90A3}" dt="2026-01-25T13:02:03.473" v="9342" actId="1035"/>
          <ac:cxnSpMkLst>
            <pc:docMk/>
            <pc:sldMk cId="1017413428" sldId="256"/>
            <ac:cxnSpMk id="10" creationId="{8C86B7D4-8570-4D20-8AFC-FEF9A4FAE1E6}"/>
          </ac:cxnSpMkLst>
        </pc:cxnChg>
      </pc:sldChg>
      <pc:sldChg chg="addSp delSp modSp new mod">
        <pc:chgData name="Leandre Gachet" userId="699b57a9-cf39-4118-976c-2a4cdd6e4f7d" providerId="ADAL" clId="{5A4BBD47-26AE-4270-B2FD-66CE706B90A3}" dt="2026-01-10T08:49:57.969" v="6057" actId="1036"/>
        <pc:sldMkLst>
          <pc:docMk/>
          <pc:sldMk cId="1454344603" sldId="257"/>
        </pc:sldMkLst>
        <pc:spChg chg="del">
          <ac:chgData name="Leandre Gachet" userId="699b57a9-cf39-4118-976c-2a4cdd6e4f7d" providerId="ADAL" clId="{5A4BBD47-26AE-4270-B2FD-66CE706B90A3}" dt="2026-01-06T16:39:59.883" v="824" actId="478"/>
          <ac:spMkLst>
            <pc:docMk/>
            <pc:sldMk cId="1454344603" sldId="257"/>
            <ac:spMk id="2" creationId="{A789CA44-8322-446D-8849-582D7F524826}"/>
          </ac:spMkLst>
        </pc:spChg>
        <pc:spChg chg="del">
          <ac:chgData name="Leandre Gachet" userId="699b57a9-cf39-4118-976c-2a4cdd6e4f7d" providerId="ADAL" clId="{5A4BBD47-26AE-4270-B2FD-66CE706B90A3}" dt="2026-01-06T16:39:58.520" v="823" actId="478"/>
          <ac:spMkLst>
            <pc:docMk/>
            <pc:sldMk cId="1454344603" sldId="257"/>
            <ac:spMk id="3" creationId="{5A304DC8-C573-4B8D-9B37-4FE048C2EF14}"/>
          </ac:spMkLst>
        </pc:spChg>
        <pc:spChg chg="add mod">
          <ac:chgData name="Leandre Gachet" userId="699b57a9-cf39-4118-976c-2a4cdd6e4f7d" providerId="ADAL" clId="{5A4BBD47-26AE-4270-B2FD-66CE706B90A3}" dt="2026-01-06T16:43:34.977" v="942" actId="20577"/>
          <ac:spMkLst>
            <pc:docMk/>
            <pc:sldMk cId="1454344603" sldId="257"/>
            <ac:spMk id="6" creationId="{87892FAB-5A4D-4AFD-99F7-08803AF30E9C}"/>
          </ac:spMkLst>
        </pc:spChg>
        <pc:spChg chg="add del mod">
          <ac:chgData name="Leandre Gachet" userId="699b57a9-cf39-4118-976c-2a4cdd6e4f7d" providerId="ADAL" clId="{5A4BBD47-26AE-4270-B2FD-66CE706B90A3}" dt="2026-01-06T16:57:14.461" v="1734" actId="478"/>
          <ac:spMkLst>
            <pc:docMk/>
            <pc:sldMk cId="1454344603" sldId="257"/>
            <ac:spMk id="9" creationId="{23A2CFB2-CB9B-415B-8CF6-79528E0B0AD7}"/>
          </ac:spMkLst>
        </pc:spChg>
        <pc:spChg chg="add del mod">
          <ac:chgData name="Leandre Gachet" userId="699b57a9-cf39-4118-976c-2a4cdd6e4f7d" providerId="ADAL" clId="{5A4BBD47-26AE-4270-B2FD-66CE706B90A3}" dt="2026-01-06T16:57:11.535" v="1732" actId="478"/>
          <ac:spMkLst>
            <pc:docMk/>
            <pc:sldMk cId="1454344603" sldId="257"/>
            <ac:spMk id="10" creationId="{5675B44C-858A-4D9E-A543-3CA18DABE1C7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11" creationId="{48BCE4DA-43B3-4C33-9079-3D19EF41CE59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12" creationId="{A44E2F5A-6877-4A4C-A963-C8D34E62A2CD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13" creationId="{8B374F01-25E9-4A78-96F6-8405DCEE841E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14" creationId="{54D8DCD7-2BA3-4922-899F-5B39B7B9D6BC}"/>
          </ac:spMkLst>
        </pc:spChg>
        <pc:spChg chg="add del mod">
          <ac:chgData name="Leandre Gachet" userId="699b57a9-cf39-4118-976c-2a4cdd6e4f7d" providerId="ADAL" clId="{5A4BBD47-26AE-4270-B2FD-66CE706B90A3}" dt="2026-01-06T17:30:32.706" v="2767" actId="478"/>
          <ac:spMkLst>
            <pc:docMk/>
            <pc:sldMk cId="1454344603" sldId="257"/>
            <ac:spMk id="17" creationId="{03F07C5C-350E-4656-B3EC-06541800F74B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18" creationId="{771693ED-14CA-4B8E-817D-99351B7A9BED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19" creationId="{69C672F2-0CC7-4129-BB95-6B7866F6A316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29" creationId="{4FE6515C-5CA2-4517-8566-F7699113FCFB}"/>
          </ac:spMkLst>
        </pc:spChg>
        <pc:spChg chg="add mod or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31" creationId="{92CC35C7-26F8-45CF-A3C6-42884B3E3B02}"/>
          </ac:spMkLst>
        </pc:spChg>
        <pc:spChg chg="add del mod">
          <ac:chgData name="Leandre Gachet" userId="699b57a9-cf39-4118-976c-2a4cdd6e4f7d" providerId="ADAL" clId="{5A4BBD47-26AE-4270-B2FD-66CE706B90A3}" dt="2026-01-06T17:05:34.787" v="2014"/>
          <ac:spMkLst>
            <pc:docMk/>
            <pc:sldMk cId="1454344603" sldId="257"/>
            <ac:spMk id="32" creationId="{496554B2-0B2D-43BD-9D08-48A9D80CE4C4}"/>
          </ac:spMkLst>
        </pc:spChg>
        <pc:spChg chg="add mod or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34" creationId="{565BD202-15FF-4D10-9510-4BA780380EC2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35" creationId="{2410AA53-4A8A-46CF-BE26-8D09415B1734}"/>
          </ac:spMkLst>
        </pc:spChg>
        <pc:spChg chg="add mod ord">
          <ac:chgData name="Leandre Gachet" userId="699b57a9-cf39-4118-976c-2a4cdd6e4f7d" providerId="ADAL" clId="{5A4BBD47-26AE-4270-B2FD-66CE706B90A3}" dt="2026-01-06T17:30:56.762" v="2783" actId="14100"/>
          <ac:spMkLst>
            <pc:docMk/>
            <pc:sldMk cId="1454344603" sldId="257"/>
            <ac:spMk id="38" creationId="{CFD88D63-3F95-4B47-95D0-0B50550E8BF0}"/>
          </ac:spMkLst>
        </pc:spChg>
        <pc:spChg chg="add del mod">
          <ac:chgData name="Leandre Gachet" userId="699b57a9-cf39-4118-976c-2a4cdd6e4f7d" providerId="ADAL" clId="{5A4BBD47-26AE-4270-B2FD-66CE706B90A3}" dt="2026-01-06T17:28:59.735" v="2679" actId="478"/>
          <ac:spMkLst>
            <pc:docMk/>
            <pc:sldMk cId="1454344603" sldId="257"/>
            <ac:spMk id="39" creationId="{4D4CBF19-6A3D-474C-905B-F8CC36F5134B}"/>
          </ac:spMkLst>
        </pc:spChg>
        <pc:spChg chg="add del mod">
          <ac:chgData name="Leandre Gachet" userId="699b57a9-cf39-4118-976c-2a4cdd6e4f7d" providerId="ADAL" clId="{5A4BBD47-26AE-4270-B2FD-66CE706B90A3}" dt="2026-01-06T17:28:22.308" v="2656" actId="478"/>
          <ac:spMkLst>
            <pc:docMk/>
            <pc:sldMk cId="1454344603" sldId="257"/>
            <ac:spMk id="40" creationId="{1E6CF15D-D52E-40FA-9FCD-1EAEEA719409}"/>
          </ac:spMkLst>
        </pc:spChg>
        <pc:spChg chg="add del mod">
          <ac:chgData name="Leandre Gachet" userId="699b57a9-cf39-4118-976c-2a4cdd6e4f7d" providerId="ADAL" clId="{5A4BBD47-26AE-4270-B2FD-66CE706B90A3}" dt="2026-01-06T17:28:22.308" v="2656" actId="478"/>
          <ac:spMkLst>
            <pc:docMk/>
            <pc:sldMk cId="1454344603" sldId="257"/>
            <ac:spMk id="41" creationId="{06E01BEE-7545-46AB-B856-222D41D8F807}"/>
          </ac:spMkLst>
        </pc:spChg>
        <pc:spChg chg="add del mod">
          <ac:chgData name="Leandre Gachet" userId="699b57a9-cf39-4118-976c-2a4cdd6e4f7d" providerId="ADAL" clId="{5A4BBD47-26AE-4270-B2FD-66CE706B90A3}" dt="2026-01-06T17:28:22.308" v="2656" actId="478"/>
          <ac:spMkLst>
            <pc:docMk/>
            <pc:sldMk cId="1454344603" sldId="257"/>
            <ac:spMk id="42" creationId="{C68E11C2-3A0C-4FE1-87C5-B64A239A861E}"/>
          </ac:spMkLst>
        </pc:spChg>
        <pc:spChg chg="add del mod">
          <ac:chgData name="Leandre Gachet" userId="699b57a9-cf39-4118-976c-2a4cdd6e4f7d" providerId="ADAL" clId="{5A4BBD47-26AE-4270-B2FD-66CE706B90A3}" dt="2026-01-06T17:28:22.308" v="2656" actId="478"/>
          <ac:spMkLst>
            <pc:docMk/>
            <pc:sldMk cId="1454344603" sldId="257"/>
            <ac:spMk id="45" creationId="{F29E75F8-DF45-4F51-9AEC-09A7E8A965DE}"/>
          </ac:spMkLst>
        </pc:spChg>
        <pc:spChg chg="add del mod">
          <ac:chgData name="Leandre Gachet" userId="699b57a9-cf39-4118-976c-2a4cdd6e4f7d" providerId="ADAL" clId="{5A4BBD47-26AE-4270-B2FD-66CE706B90A3}" dt="2026-01-06T17:28:55.897" v="2678" actId="478"/>
          <ac:spMkLst>
            <pc:docMk/>
            <pc:sldMk cId="1454344603" sldId="257"/>
            <ac:spMk id="46" creationId="{2A1707DA-9EA0-4761-B732-C051F709CF82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47" creationId="{16F239F9-2929-4650-A482-6D83B4F1759B}"/>
          </ac:spMkLst>
        </pc:spChg>
        <pc:spChg chg="add mod ord">
          <ac:chgData name="Leandre Gachet" userId="699b57a9-cf39-4118-976c-2a4cdd6e4f7d" providerId="ADAL" clId="{5A4BBD47-26AE-4270-B2FD-66CE706B90A3}" dt="2026-01-06T17:31:00.925" v="2784" actId="14100"/>
          <ac:spMkLst>
            <pc:docMk/>
            <pc:sldMk cId="1454344603" sldId="257"/>
            <ac:spMk id="48" creationId="{793A6428-6F85-4944-9D26-CF410EE91057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49" creationId="{E6527634-32FB-454E-8493-BC5643D1F2D8}"/>
          </ac:spMkLst>
        </pc:spChg>
        <pc:spChg chg="add mod">
          <ac:chgData name="Leandre Gachet" userId="699b57a9-cf39-4118-976c-2a4cdd6e4f7d" providerId="ADAL" clId="{5A4BBD47-26AE-4270-B2FD-66CE706B90A3}" dt="2026-01-06T17:30:50.584" v="2782" actId="1036"/>
          <ac:spMkLst>
            <pc:docMk/>
            <pc:sldMk cId="1454344603" sldId="257"/>
            <ac:spMk id="50" creationId="{37103FC3-8752-482F-9619-B5EFF9D62536}"/>
          </ac:spMkLst>
        </pc:spChg>
        <pc:picChg chg="add del mod">
          <ac:chgData name="Leandre Gachet" userId="699b57a9-cf39-4118-976c-2a4cdd6e4f7d" providerId="ADAL" clId="{5A4BBD47-26AE-4270-B2FD-66CE706B90A3}" dt="2026-01-06T16:54:38.623" v="1597" actId="478"/>
          <ac:picMkLst>
            <pc:docMk/>
            <pc:sldMk cId="1454344603" sldId="257"/>
            <ac:picMk id="5" creationId="{1E399BFB-317C-47C8-AB8D-55E33861CAF1}"/>
          </ac:picMkLst>
        </pc:picChg>
        <pc:picChg chg="add del mod">
          <ac:chgData name="Leandre Gachet" userId="699b57a9-cf39-4118-976c-2a4cdd6e4f7d" providerId="ADAL" clId="{5A4BBD47-26AE-4270-B2FD-66CE706B90A3}" dt="2026-01-06T16:56:23.332" v="1601" actId="478"/>
          <ac:picMkLst>
            <pc:docMk/>
            <pc:sldMk cId="1454344603" sldId="257"/>
            <ac:picMk id="16" creationId="{BA99B824-F6D2-4002-9368-FA255CC4EF84}"/>
          </ac:picMkLst>
        </pc:picChg>
        <pc:picChg chg="add del mod">
          <ac:chgData name="Leandre Gachet" userId="699b57a9-cf39-4118-976c-2a4cdd6e4f7d" providerId="ADAL" clId="{5A4BBD47-26AE-4270-B2FD-66CE706B90A3}" dt="2026-01-06T17:29:38.952" v="2692" actId="478"/>
          <ac:picMkLst>
            <pc:docMk/>
            <pc:sldMk cId="1454344603" sldId="257"/>
            <ac:picMk id="33" creationId="{2E800A49-CC32-463C-8680-63D77FF9992A}"/>
          </ac:picMkLst>
        </pc:picChg>
        <pc:picChg chg="add del mod">
          <ac:chgData name="Leandre Gachet" userId="699b57a9-cf39-4118-976c-2a4cdd6e4f7d" providerId="ADAL" clId="{5A4BBD47-26AE-4270-B2FD-66CE706B90A3}" dt="2026-01-06T17:25:32.426" v="2571" actId="478"/>
          <ac:picMkLst>
            <pc:docMk/>
            <pc:sldMk cId="1454344603" sldId="257"/>
            <ac:picMk id="2050" creationId="{A7F44331-1FD5-41D3-AAA4-700D09B35A34}"/>
          </ac:picMkLst>
        </pc:picChg>
        <pc:picChg chg="add mod">
          <ac:chgData name="Leandre Gachet" userId="699b57a9-cf39-4118-976c-2a4cdd6e4f7d" providerId="ADAL" clId="{5A4BBD47-26AE-4270-B2FD-66CE706B90A3}" dt="2026-01-10T08:49:57.969" v="6057" actId="1036"/>
          <ac:picMkLst>
            <pc:docMk/>
            <pc:sldMk cId="1454344603" sldId="257"/>
            <ac:picMk id="2052" creationId="{73BB87DF-31F8-4685-9CF4-7FC384971389}"/>
          </ac:picMkLst>
        </pc:picChg>
        <pc:cxnChg chg="add mod">
          <ac:chgData name="Leandre Gachet" userId="699b57a9-cf39-4118-976c-2a4cdd6e4f7d" providerId="ADAL" clId="{5A4BBD47-26AE-4270-B2FD-66CE706B90A3}" dt="2026-01-06T16:43:11.330" v="919" actId="208"/>
          <ac:cxnSpMkLst>
            <pc:docMk/>
            <pc:sldMk cId="1454344603" sldId="257"/>
            <ac:cxnSpMk id="7" creationId="{B1662FA8-EB88-4F0B-A8A6-D778B4DC1616}"/>
          </ac:cxnSpMkLst>
        </pc:cxnChg>
        <pc:cxnChg chg="add mod">
          <ac:chgData name="Leandre Gachet" userId="699b57a9-cf39-4118-976c-2a4cdd6e4f7d" providerId="ADAL" clId="{5A4BBD47-26AE-4270-B2FD-66CE706B90A3}" dt="2026-01-06T17:30:50.584" v="2782" actId="1036"/>
          <ac:cxnSpMkLst>
            <pc:docMk/>
            <pc:sldMk cId="1454344603" sldId="257"/>
            <ac:cxnSpMk id="21" creationId="{98CDD333-8215-4386-AF27-88B706D0357C}"/>
          </ac:cxnSpMkLst>
        </pc:cxnChg>
        <pc:cxnChg chg="add mod">
          <ac:chgData name="Leandre Gachet" userId="699b57a9-cf39-4118-976c-2a4cdd6e4f7d" providerId="ADAL" clId="{5A4BBD47-26AE-4270-B2FD-66CE706B90A3}" dt="2026-01-06T17:30:50.584" v="2782" actId="1036"/>
          <ac:cxnSpMkLst>
            <pc:docMk/>
            <pc:sldMk cId="1454344603" sldId="257"/>
            <ac:cxnSpMk id="25" creationId="{281F80A7-CDD1-4825-8716-5FDA82839E92}"/>
          </ac:cxnSpMkLst>
        </pc:cxnChg>
        <pc:cxnChg chg="add del mod">
          <ac:chgData name="Leandre Gachet" userId="699b57a9-cf39-4118-976c-2a4cdd6e4f7d" providerId="ADAL" clId="{5A4BBD47-26AE-4270-B2FD-66CE706B90A3}" dt="2026-01-06T17:28:22.308" v="2656" actId="478"/>
          <ac:cxnSpMkLst>
            <pc:docMk/>
            <pc:sldMk cId="1454344603" sldId="257"/>
            <ac:cxnSpMk id="43" creationId="{C815A2B3-42C1-4AC1-ACFF-54E152B53544}"/>
          </ac:cxnSpMkLst>
        </pc:cxnChg>
        <pc:cxnChg chg="add del mod">
          <ac:chgData name="Leandre Gachet" userId="699b57a9-cf39-4118-976c-2a4cdd6e4f7d" providerId="ADAL" clId="{5A4BBD47-26AE-4270-B2FD-66CE706B90A3}" dt="2026-01-06T17:28:22.308" v="2656" actId="478"/>
          <ac:cxnSpMkLst>
            <pc:docMk/>
            <pc:sldMk cId="1454344603" sldId="257"/>
            <ac:cxnSpMk id="44" creationId="{E5DDF0D4-DE31-490C-A024-A1EC27840E60}"/>
          </ac:cxnSpMkLst>
        </pc:cxnChg>
      </pc:sldChg>
      <pc:sldChg chg="addSp delSp modSp add mod">
        <pc:chgData name="Leandre Gachet" userId="699b57a9-cf39-4118-976c-2a4cdd6e4f7d" providerId="ADAL" clId="{5A4BBD47-26AE-4270-B2FD-66CE706B90A3}" dt="2026-01-06T17:57:20.667" v="3438" actId="14100"/>
        <pc:sldMkLst>
          <pc:docMk/>
          <pc:sldMk cId="62338122" sldId="258"/>
        </pc:sldMkLst>
        <pc:spChg chg="mod">
          <ac:chgData name="Leandre Gachet" userId="699b57a9-cf39-4118-976c-2a4cdd6e4f7d" providerId="ADAL" clId="{5A4BBD47-26AE-4270-B2FD-66CE706B90A3}" dt="2026-01-06T17:17:54.233" v="2446" actId="20577"/>
          <ac:spMkLst>
            <pc:docMk/>
            <pc:sldMk cId="62338122" sldId="258"/>
            <ac:spMk id="6" creationId="{87892FAB-5A4D-4AFD-99F7-08803AF30E9C}"/>
          </ac:spMkLst>
        </pc:spChg>
        <pc:spChg chg="add mod">
          <ac:chgData name="Leandre Gachet" userId="699b57a9-cf39-4118-976c-2a4cdd6e4f7d" providerId="ADAL" clId="{5A4BBD47-26AE-4270-B2FD-66CE706B90A3}" dt="2026-01-06T17:57:01.472" v="3435" actId="1076"/>
          <ac:spMkLst>
            <pc:docMk/>
            <pc:sldMk cId="62338122" sldId="258"/>
            <ac:spMk id="10" creationId="{5FC0FA08-C8FE-4BE2-8141-D7980AABE230}"/>
          </ac:spMkLst>
        </pc:spChg>
        <pc:spChg chg="del mod">
          <ac:chgData name="Leandre Gachet" userId="699b57a9-cf39-4118-976c-2a4cdd6e4f7d" providerId="ADAL" clId="{5A4BBD47-26AE-4270-B2FD-66CE706B90A3}" dt="2026-01-06T17:10:45.632" v="2145" actId="478"/>
          <ac:spMkLst>
            <pc:docMk/>
            <pc:sldMk cId="62338122" sldId="258"/>
            <ac:spMk id="11" creationId="{48BCE4DA-43B3-4C33-9079-3D19EF41CE59}"/>
          </ac:spMkLst>
        </pc:spChg>
        <pc:spChg chg="del mod">
          <ac:chgData name="Leandre Gachet" userId="699b57a9-cf39-4118-976c-2a4cdd6e4f7d" providerId="ADAL" clId="{5A4BBD47-26AE-4270-B2FD-66CE706B90A3}" dt="2026-01-06T17:10:47.989" v="2146" actId="478"/>
          <ac:spMkLst>
            <pc:docMk/>
            <pc:sldMk cId="62338122" sldId="258"/>
            <ac:spMk id="12" creationId="{A44E2F5A-6877-4A4C-A963-C8D34E62A2CD}"/>
          </ac:spMkLst>
        </pc:spChg>
        <pc:spChg chg="del mod">
          <ac:chgData name="Leandre Gachet" userId="699b57a9-cf39-4118-976c-2a4cdd6e4f7d" providerId="ADAL" clId="{5A4BBD47-26AE-4270-B2FD-66CE706B90A3}" dt="2026-01-06T17:10:52.756" v="2148" actId="478"/>
          <ac:spMkLst>
            <pc:docMk/>
            <pc:sldMk cId="62338122" sldId="258"/>
            <ac:spMk id="13" creationId="{8B374F01-25E9-4A78-96F6-8405DCEE841E}"/>
          </ac:spMkLst>
        </pc:spChg>
        <pc:spChg chg="del mod">
          <ac:chgData name="Leandre Gachet" userId="699b57a9-cf39-4118-976c-2a4cdd6e4f7d" providerId="ADAL" clId="{5A4BBD47-26AE-4270-B2FD-66CE706B90A3}" dt="2026-01-06T17:10:50.715" v="2147" actId="478"/>
          <ac:spMkLst>
            <pc:docMk/>
            <pc:sldMk cId="62338122" sldId="258"/>
            <ac:spMk id="14" creationId="{54D8DCD7-2BA3-4922-899F-5B39B7B9D6BC}"/>
          </ac:spMkLst>
        </pc:spChg>
        <pc:spChg chg="del mod">
          <ac:chgData name="Leandre Gachet" userId="699b57a9-cf39-4118-976c-2a4cdd6e4f7d" providerId="ADAL" clId="{5A4BBD47-26AE-4270-B2FD-66CE706B90A3}" dt="2026-01-06T17:11:05.149" v="2149" actId="478"/>
          <ac:spMkLst>
            <pc:docMk/>
            <pc:sldMk cId="62338122" sldId="258"/>
            <ac:spMk id="17" creationId="{03F07C5C-350E-4656-B3EC-06541800F74B}"/>
          </ac:spMkLst>
        </pc:spChg>
        <pc:spChg chg="del mod">
          <ac:chgData name="Leandre Gachet" userId="699b57a9-cf39-4118-976c-2a4cdd6e4f7d" providerId="ADAL" clId="{5A4BBD47-26AE-4270-B2FD-66CE706B90A3}" dt="2026-01-06T17:18:47.567" v="2449"/>
          <ac:spMkLst>
            <pc:docMk/>
            <pc:sldMk cId="62338122" sldId="258"/>
            <ac:spMk id="18" creationId="{771693ED-14CA-4B8E-817D-99351B7A9BED}"/>
          </ac:spMkLst>
        </pc:spChg>
        <pc:spChg chg="del mod">
          <ac:chgData name="Leandre Gachet" userId="699b57a9-cf39-4118-976c-2a4cdd6e4f7d" providerId="ADAL" clId="{5A4BBD47-26AE-4270-B2FD-66CE706B90A3}" dt="2026-01-06T17:09:05.281" v="2046" actId="478"/>
          <ac:spMkLst>
            <pc:docMk/>
            <pc:sldMk cId="62338122" sldId="258"/>
            <ac:spMk id="19" creationId="{69C672F2-0CC7-4129-BB95-6B7866F6A316}"/>
          </ac:spMkLst>
        </pc:spChg>
        <pc:spChg chg="add del mod">
          <ac:chgData name="Leandre Gachet" userId="699b57a9-cf39-4118-976c-2a4cdd6e4f7d" providerId="ADAL" clId="{5A4BBD47-26AE-4270-B2FD-66CE706B90A3}" dt="2026-01-06T17:34:39.945" v="2837" actId="478"/>
          <ac:spMkLst>
            <pc:docMk/>
            <pc:sldMk cId="62338122" sldId="258"/>
            <ac:spMk id="20" creationId="{7F102F54-BAC1-45C8-9568-ECC6E5B234F2}"/>
          </ac:spMkLst>
        </pc:spChg>
        <pc:spChg chg="add mod">
          <ac:chgData name="Leandre Gachet" userId="699b57a9-cf39-4118-976c-2a4cdd6e4f7d" providerId="ADAL" clId="{5A4BBD47-26AE-4270-B2FD-66CE706B90A3}" dt="2026-01-06T17:57:20.667" v="3438" actId="14100"/>
          <ac:spMkLst>
            <pc:docMk/>
            <pc:sldMk cId="62338122" sldId="258"/>
            <ac:spMk id="27" creationId="{C65D5F6B-B6E7-4F10-B0CB-EF1CD0A95A46}"/>
          </ac:spMkLst>
        </pc:spChg>
        <pc:spChg chg="del">
          <ac:chgData name="Leandre Gachet" userId="699b57a9-cf39-4118-976c-2a4cdd6e4f7d" providerId="ADAL" clId="{5A4BBD47-26AE-4270-B2FD-66CE706B90A3}" dt="2026-01-06T17:09:09.596" v="2047" actId="478"/>
          <ac:spMkLst>
            <pc:docMk/>
            <pc:sldMk cId="62338122" sldId="258"/>
            <ac:spMk id="29" creationId="{4FE6515C-5CA2-4517-8566-F7699113FCFB}"/>
          </ac:spMkLst>
        </pc:spChg>
        <pc:spChg chg="del">
          <ac:chgData name="Leandre Gachet" userId="699b57a9-cf39-4118-976c-2a4cdd6e4f7d" providerId="ADAL" clId="{5A4BBD47-26AE-4270-B2FD-66CE706B90A3}" dt="2026-01-06T17:09:09.596" v="2047" actId="478"/>
          <ac:spMkLst>
            <pc:docMk/>
            <pc:sldMk cId="62338122" sldId="258"/>
            <ac:spMk id="31" creationId="{92CC35C7-26F8-45CF-A3C6-42884B3E3B02}"/>
          </ac:spMkLst>
        </pc:spChg>
        <pc:graphicFrameChg chg="add del mod modGraphic">
          <ac:chgData name="Leandre Gachet" userId="699b57a9-cf39-4118-976c-2a4cdd6e4f7d" providerId="ADAL" clId="{5A4BBD47-26AE-4270-B2FD-66CE706B90A3}" dt="2026-01-06T17:17:44.731" v="2422" actId="478"/>
          <ac:graphicFrameMkLst>
            <pc:docMk/>
            <pc:sldMk cId="62338122" sldId="258"/>
            <ac:graphicFrameMk id="4" creationId="{99AF5A62-3D46-407A-A20A-505FA2F60E98}"/>
          </ac:graphicFrameMkLst>
        </pc:graphicFrameChg>
        <pc:graphicFrameChg chg="add mod modGraphic">
          <ac:chgData name="Leandre Gachet" userId="699b57a9-cf39-4118-976c-2a4cdd6e4f7d" providerId="ADAL" clId="{5A4BBD47-26AE-4270-B2FD-66CE706B90A3}" dt="2026-01-06T17:46:06.148" v="3162" actId="14734"/>
          <ac:graphicFrameMkLst>
            <pc:docMk/>
            <pc:sldMk cId="62338122" sldId="258"/>
            <ac:graphicFrameMk id="5" creationId="{FF7BEC0A-49D7-4F85-A6AD-44A3C0C7E395}"/>
          </ac:graphicFrameMkLst>
        </pc:graphicFrameChg>
        <pc:graphicFrameChg chg="add mod modGraphic">
          <ac:chgData name="Leandre Gachet" userId="699b57a9-cf39-4118-976c-2a4cdd6e4f7d" providerId="ADAL" clId="{5A4BBD47-26AE-4270-B2FD-66CE706B90A3}" dt="2026-01-06T17:56:55.181" v="3434" actId="1076"/>
          <ac:graphicFrameMkLst>
            <pc:docMk/>
            <pc:sldMk cId="62338122" sldId="258"/>
            <ac:graphicFrameMk id="22" creationId="{F61687B9-8972-4BFF-81C1-8AF79C951E8D}"/>
          </ac:graphicFrameMkLst>
        </pc:graphicFrameChg>
        <pc:picChg chg="add del mod ord">
          <ac:chgData name="Leandre Gachet" userId="699b57a9-cf39-4118-976c-2a4cdd6e4f7d" providerId="ADAL" clId="{5A4BBD47-26AE-4270-B2FD-66CE706B90A3}" dt="2026-01-06T17:11:20.450" v="2151" actId="478"/>
          <ac:picMkLst>
            <pc:docMk/>
            <pc:sldMk cId="62338122" sldId="258"/>
            <ac:picMk id="3" creationId="{29E5A461-A4A9-4E99-AD29-1814951CB5F3}"/>
          </ac:picMkLst>
        </pc:picChg>
        <pc:picChg chg="add del mod">
          <ac:chgData name="Leandre Gachet" userId="699b57a9-cf39-4118-976c-2a4cdd6e4f7d" providerId="ADAL" clId="{5A4BBD47-26AE-4270-B2FD-66CE706B90A3}" dt="2026-01-06T17:53:54.355" v="3360" actId="478"/>
          <ac:picMkLst>
            <pc:docMk/>
            <pc:sldMk cId="62338122" sldId="258"/>
            <ac:picMk id="9" creationId="{61E78F7C-D86E-450F-850B-523947E28AFA}"/>
          </ac:picMkLst>
        </pc:picChg>
        <pc:picChg chg="add del mod ord">
          <ac:chgData name="Leandre Gachet" userId="699b57a9-cf39-4118-976c-2a4cdd6e4f7d" providerId="ADAL" clId="{5A4BBD47-26AE-4270-B2FD-66CE706B90A3}" dt="2026-01-06T17:56:29.383" v="3426" actId="478"/>
          <ac:picMkLst>
            <pc:docMk/>
            <pc:sldMk cId="62338122" sldId="258"/>
            <ac:picMk id="16" creationId="{4093327E-3906-46B4-B0CE-B2CF784BB67A}"/>
          </ac:picMkLst>
        </pc:picChg>
        <pc:picChg chg="del">
          <ac:chgData name="Leandre Gachet" userId="699b57a9-cf39-4118-976c-2a4cdd6e4f7d" providerId="ADAL" clId="{5A4BBD47-26AE-4270-B2FD-66CE706B90A3}" dt="2026-01-06T17:09:03.214" v="2044" actId="478"/>
          <ac:picMkLst>
            <pc:docMk/>
            <pc:sldMk cId="62338122" sldId="258"/>
            <ac:picMk id="2050" creationId="{A7F44331-1FD5-41D3-AAA4-700D09B35A34}"/>
          </ac:picMkLst>
        </pc:picChg>
        <pc:cxnChg chg="del">
          <ac:chgData name="Leandre Gachet" userId="699b57a9-cf39-4118-976c-2a4cdd6e4f7d" providerId="ADAL" clId="{5A4BBD47-26AE-4270-B2FD-66CE706B90A3}" dt="2026-01-06T17:09:09.596" v="2047" actId="478"/>
          <ac:cxnSpMkLst>
            <pc:docMk/>
            <pc:sldMk cId="62338122" sldId="258"/>
            <ac:cxnSpMk id="21" creationId="{98CDD333-8215-4386-AF27-88B706D0357C}"/>
          </ac:cxnSpMkLst>
        </pc:cxnChg>
        <pc:cxnChg chg="del">
          <ac:chgData name="Leandre Gachet" userId="699b57a9-cf39-4118-976c-2a4cdd6e4f7d" providerId="ADAL" clId="{5A4BBD47-26AE-4270-B2FD-66CE706B90A3}" dt="2026-01-06T17:09:09.596" v="2047" actId="478"/>
          <ac:cxnSpMkLst>
            <pc:docMk/>
            <pc:sldMk cId="62338122" sldId="258"/>
            <ac:cxnSpMk id="25" creationId="{281F80A7-CDD1-4825-8716-5FDA82839E92}"/>
          </ac:cxnSpMkLst>
        </pc:cxnChg>
      </pc:sldChg>
      <pc:sldChg chg="add del">
        <pc:chgData name="Leandre Gachet" userId="699b57a9-cf39-4118-976c-2a4cdd6e4f7d" providerId="ADAL" clId="{5A4BBD47-26AE-4270-B2FD-66CE706B90A3}" dt="2026-01-06T17:17:39.768" v="2420" actId="47"/>
        <pc:sldMkLst>
          <pc:docMk/>
          <pc:sldMk cId="9207332" sldId="259"/>
        </pc:sldMkLst>
      </pc:sldChg>
      <pc:sldChg chg="addSp delSp modSp add mod">
        <pc:chgData name="Leandre Gachet" userId="699b57a9-cf39-4118-976c-2a4cdd6e4f7d" providerId="ADAL" clId="{5A4BBD47-26AE-4270-B2FD-66CE706B90A3}" dt="2026-01-06T18:16:28.504" v="3749" actId="1076"/>
        <pc:sldMkLst>
          <pc:docMk/>
          <pc:sldMk cId="1429178077" sldId="259"/>
        </pc:sldMkLst>
        <pc:spChg chg="add mod">
          <ac:chgData name="Leandre Gachet" userId="699b57a9-cf39-4118-976c-2a4cdd6e4f7d" providerId="ADAL" clId="{5A4BBD47-26AE-4270-B2FD-66CE706B90A3}" dt="2026-01-06T18:05:58.629" v="3469" actId="1076"/>
          <ac:spMkLst>
            <pc:docMk/>
            <pc:sldMk cId="1429178077" sldId="259"/>
            <ac:spMk id="5" creationId="{9E82DE78-31D7-4E3A-AC11-31AF96EC7F32}"/>
          </ac:spMkLst>
        </pc:spChg>
        <pc:graphicFrameChg chg="del">
          <ac:chgData name="Leandre Gachet" userId="699b57a9-cf39-4118-976c-2a4cdd6e4f7d" providerId="ADAL" clId="{5A4BBD47-26AE-4270-B2FD-66CE706B90A3}" dt="2026-01-06T17:58:55.631" v="3439" actId="478"/>
          <ac:graphicFrameMkLst>
            <pc:docMk/>
            <pc:sldMk cId="1429178077" sldId="259"/>
            <ac:graphicFrameMk id="4" creationId="{99AF5A62-3D46-407A-A20A-505FA2F60E98}"/>
          </ac:graphicFrameMkLst>
        </pc:graphicFrameChg>
        <pc:graphicFrameChg chg="add mod modGraphic">
          <ac:chgData name="Leandre Gachet" userId="699b57a9-cf39-4118-976c-2a4cdd6e4f7d" providerId="ADAL" clId="{5A4BBD47-26AE-4270-B2FD-66CE706B90A3}" dt="2026-01-06T18:16:28.504" v="3749" actId="1076"/>
          <ac:graphicFrameMkLst>
            <pc:docMk/>
            <pc:sldMk cId="1429178077" sldId="259"/>
            <ac:graphicFrameMk id="8" creationId="{FAA20738-206D-4987-9A2A-B51AE40229F7}"/>
          </ac:graphicFrameMkLst>
        </pc:graphicFrameChg>
        <pc:graphicFrameChg chg="add mod modGraphic">
          <ac:chgData name="Leandre Gachet" userId="699b57a9-cf39-4118-976c-2a4cdd6e4f7d" providerId="ADAL" clId="{5A4BBD47-26AE-4270-B2FD-66CE706B90A3}" dt="2026-01-06T18:16:15.178" v="3748" actId="1076"/>
          <ac:graphicFrameMkLst>
            <pc:docMk/>
            <pc:sldMk cId="1429178077" sldId="259"/>
            <ac:graphicFrameMk id="10" creationId="{90053DE2-3A93-43C7-8122-D1AD1A98CE9F}"/>
          </ac:graphicFrameMkLst>
        </pc:graphicFrameChg>
        <pc:picChg chg="add del mod ord">
          <ac:chgData name="Leandre Gachet" userId="699b57a9-cf39-4118-976c-2a4cdd6e4f7d" providerId="ADAL" clId="{5A4BBD47-26AE-4270-B2FD-66CE706B90A3}" dt="2026-01-06T18:04:48.469" v="3460" actId="478"/>
          <ac:picMkLst>
            <pc:docMk/>
            <pc:sldMk cId="1429178077" sldId="259"/>
            <ac:picMk id="3" creationId="{9C7E84FB-8092-4CBF-B4E0-8701962D7CA3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07T12:30:52.755" v="4592" actId="20577"/>
        <pc:sldMkLst>
          <pc:docMk/>
          <pc:sldMk cId="4228049911" sldId="260"/>
        </pc:sldMkLst>
        <pc:spChg chg="del">
          <ac:chgData name="Leandre Gachet" userId="699b57a9-cf39-4118-976c-2a4cdd6e4f7d" providerId="ADAL" clId="{5A4BBD47-26AE-4270-B2FD-66CE706B90A3}" dt="2026-01-06T18:18:15.065" v="3780" actId="478"/>
          <ac:spMkLst>
            <pc:docMk/>
            <pc:sldMk cId="4228049911" sldId="260"/>
            <ac:spMk id="5" creationId="{9E82DE78-31D7-4E3A-AC11-31AF96EC7F32}"/>
          </ac:spMkLst>
        </pc:spChg>
        <pc:spChg chg="mod">
          <ac:chgData name="Leandre Gachet" userId="699b57a9-cf39-4118-976c-2a4cdd6e4f7d" providerId="ADAL" clId="{5A4BBD47-26AE-4270-B2FD-66CE706B90A3}" dt="2026-01-07T08:39:10.417" v="4172" actId="20577"/>
          <ac:spMkLst>
            <pc:docMk/>
            <pc:sldMk cId="4228049911" sldId="260"/>
            <ac:spMk id="6" creationId="{87892FAB-5A4D-4AFD-99F7-08803AF30E9C}"/>
          </ac:spMkLst>
        </pc:spChg>
        <pc:spChg chg="add mod">
          <ac:chgData name="Leandre Gachet" userId="699b57a9-cf39-4118-976c-2a4cdd6e4f7d" providerId="ADAL" clId="{5A4BBD47-26AE-4270-B2FD-66CE706B90A3}" dt="2026-01-06T18:32:47.079" v="3874" actId="20577"/>
          <ac:spMkLst>
            <pc:docMk/>
            <pc:sldMk cId="4228049911" sldId="260"/>
            <ac:spMk id="9" creationId="{0A84AC79-37C3-436D-87E4-BA4EB8879A2A}"/>
          </ac:spMkLst>
        </pc:spChg>
        <pc:spChg chg="add mod">
          <ac:chgData name="Leandre Gachet" userId="699b57a9-cf39-4118-976c-2a4cdd6e4f7d" providerId="ADAL" clId="{5A4BBD47-26AE-4270-B2FD-66CE706B90A3}" dt="2026-01-06T18:31:08.180" v="3832" actId="14100"/>
          <ac:spMkLst>
            <pc:docMk/>
            <pc:sldMk cId="4228049911" sldId="260"/>
            <ac:spMk id="11" creationId="{6C594EFB-F23A-4B59-8001-6EADDD416B6A}"/>
          </ac:spMkLst>
        </pc:spChg>
        <pc:spChg chg="add mod">
          <ac:chgData name="Leandre Gachet" userId="699b57a9-cf39-4118-976c-2a4cdd6e4f7d" providerId="ADAL" clId="{5A4BBD47-26AE-4270-B2FD-66CE706B90A3}" dt="2026-01-06T18:34:08.748" v="3926" actId="14100"/>
          <ac:spMkLst>
            <pc:docMk/>
            <pc:sldMk cId="4228049911" sldId="260"/>
            <ac:spMk id="12" creationId="{69229295-5994-4658-8A6A-BB0CBA3D746D}"/>
          </ac:spMkLst>
        </pc:spChg>
        <pc:spChg chg="add mod">
          <ac:chgData name="Leandre Gachet" userId="699b57a9-cf39-4118-976c-2a4cdd6e4f7d" providerId="ADAL" clId="{5A4BBD47-26AE-4270-B2FD-66CE706B90A3}" dt="2026-01-07T12:30:52.755" v="4592" actId="20577"/>
          <ac:spMkLst>
            <pc:docMk/>
            <pc:sldMk cId="4228049911" sldId="260"/>
            <ac:spMk id="13" creationId="{778FFCD0-24AF-4544-8048-0C78BC5B5BDC}"/>
          </ac:spMkLst>
        </pc:spChg>
        <pc:spChg chg="del">
          <ac:chgData name="Leandre Gachet" userId="699b57a9-cf39-4118-976c-2a4cdd6e4f7d" providerId="ADAL" clId="{5A4BBD47-26AE-4270-B2FD-66CE706B90A3}" dt="2026-01-06T18:19:09.881" v="3793" actId="478"/>
          <ac:spMkLst>
            <pc:docMk/>
            <pc:sldMk cId="4228049911" sldId="260"/>
            <ac:spMk id="18" creationId="{771693ED-14CA-4B8E-817D-99351B7A9BED}"/>
          </ac:spMkLst>
        </pc:spChg>
        <pc:graphicFrameChg chg="del">
          <ac:chgData name="Leandre Gachet" userId="699b57a9-cf39-4118-976c-2a4cdd6e4f7d" providerId="ADAL" clId="{5A4BBD47-26AE-4270-B2FD-66CE706B90A3}" dt="2026-01-06T18:18:18.614" v="3781" actId="478"/>
          <ac:graphicFrameMkLst>
            <pc:docMk/>
            <pc:sldMk cId="4228049911" sldId="260"/>
            <ac:graphicFrameMk id="8" creationId="{FAA20738-206D-4987-9A2A-B51AE40229F7}"/>
          </ac:graphicFrameMkLst>
        </pc:graphicFrameChg>
        <pc:graphicFrameChg chg="del">
          <ac:chgData name="Leandre Gachet" userId="699b57a9-cf39-4118-976c-2a4cdd6e4f7d" providerId="ADAL" clId="{5A4BBD47-26AE-4270-B2FD-66CE706B90A3}" dt="2026-01-06T18:18:12.869" v="3779" actId="478"/>
          <ac:graphicFrameMkLst>
            <pc:docMk/>
            <pc:sldMk cId="4228049911" sldId="260"/>
            <ac:graphicFrameMk id="10" creationId="{90053DE2-3A93-43C7-8122-D1AD1A98CE9F}"/>
          </ac:graphicFrameMkLst>
        </pc:graphicFrameChg>
        <pc:picChg chg="add mod">
          <ac:chgData name="Leandre Gachet" userId="699b57a9-cf39-4118-976c-2a4cdd6e4f7d" providerId="ADAL" clId="{5A4BBD47-26AE-4270-B2FD-66CE706B90A3}" dt="2026-01-07T08:40:40.670" v="4193" actId="1036"/>
          <ac:picMkLst>
            <pc:docMk/>
            <pc:sldMk cId="4228049911" sldId="260"/>
            <ac:picMk id="3" creationId="{6AF6FB0E-D5EB-4581-A84F-A416A3E971E8}"/>
          </ac:picMkLst>
        </pc:picChg>
      </pc:sldChg>
      <pc:sldChg chg="add del">
        <pc:chgData name="Leandre Gachet" userId="699b57a9-cf39-4118-976c-2a4cdd6e4f7d" providerId="ADAL" clId="{5A4BBD47-26AE-4270-B2FD-66CE706B90A3}" dt="2026-01-06T18:30:40.722" v="3796" actId="47"/>
        <pc:sldMkLst>
          <pc:docMk/>
          <pc:sldMk cId="331395509" sldId="261"/>
        </pc:sldMkLst>
      </pc:sldChg>
      <pc:sldChg chg="addSp delSp modSp add mod">
        <pc:chgData name="Leandre Gachet" userId="699b57a9-cf39-4118-976c-2a4cdd6e4f7d" providerId="ADAL" clId="{5A4BBD47-26AE-4270-B2FD-66CE706B90A3}" dt="2026-01-07T13:01:27.042" v="5245" actId="571"/>
        <pc:sldMkLst>
          <pc:docMk/>
          <pc:sldMk cId="1632786307" sldId="261"/>
        </pc:sldMkLst>
        <pc:spChg chg="add mo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5" creationId="{027F9DBB-4DBF-4974-A2EC-AB99C89D408F}"/>
          </ac:spMkLst>
        </pc:spChg>
        <pc:spChg chg="mod">
          <ac:chgData name="Leandre Gachet" userId="699b57a9-cf39-4118-976c-2a4cdd6e4f7d" providerId="ADAL" clId="{5A4BBD47-26AE-4270-B2FD-66CE706B90A3}" dt="2026-01-07T12:28:21.515" v="4547"/>
          <ac:spMkLst>
            <pc:docMk/>
            <pc:sldMk cId="1632786307" sldId="261"/>
            <ac:spMk id="6" creationId="{87892FAB-5A4D-4AFD-99F7-08803AF30E9C}"/>
          </ac:spMkLst>
        </pc:spChg>
        <pc:spChg chg="add mod or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8" creationId="{0CC9AA91-EBB2-47DF-BBC6-E52D8BCBF4EA}"/>
          </ac:spMkLst>
        </pc:spChg>
        <pc:spChg chg="del mod">
          <ac:chgData name="Leandre Gachet" userId="699b57a9-cf39-4118-976c-2a4cdd6e4f7d" providerId="ADAL" clId="{5A4BBD47-26AE-4270-B2FD-66CE706B90A3}" dt="2026-01-07T12:53:07.521" v="5057" actId="478"/>
          <ac:spMkLst>
            <pc:docMk/>
            <pc:sldMk cId="1632786307" sldId="261"/>
            <ac:spMk id="9" creationId="{0A84AC79-37C3-436D-87E4-BA4EB8879A2A}"/>
          </ac:spMkLst>
        </pc:spChg>
        <pc:spChg chg="mod">
          <ac:chgData name="Leandre Gachet" userId="699b57a9-cf39-4118-976c-2a4cdd6e4f7d" providerId="ADAL" clId="{5A4BBD47-26AE-4270-B2FD-66CE706B90A3}" dt="2026-01-07T12:28:43.855" v="4549" actId="14100"/>
          <ac:spMkLst>
            <pc:docMk/>
            <pc:sldMk cId="1632786307" sldId="261"/>
            <ac:spMk id="11" creationId="{6C594EFB-F23A-4B59-8001-6EADDD416B6A}"/>
          </ac:spMkLst>
        </pc:spChg>
        <pc:spChg chg="del">
          <ac:chgData name="Leandre Gachet" userId="699b57a9-cf39-4118-976c-2a4cdd6e4f7d" providerId="ADAL" clId="{5A4BBD47-26AE-4270-B2FD-66CE706B90A3}" dt="2026-01-07T08:41:49.660" v="4204" actId="478"/>
          <ac:spMkLst>
            <pc:docMk/>
            <pc:sldMk cId="1632786307" sldId="261"/>
            <ac:spMk id="12" creationId="{69229295-5994-4658-8A6A-BB0CBA3D746D}"/>
          </ac:spMkLst>
        </pc:spChg>
        <pc:spChg chg="del">
          <ac:chgData name="Leandre Gachet" userId="699b57a9-cf39-4118-976c-2a4cdd6e4f7d" providerId="ADAL" clId="{5A4BBD47-26AE-4270-B2FD-66CE706B90A3}" dt="2026-01-07T08:41:47.344" v="4203" actId="478"/>
          <ac:spMkLst>
            <pc:docMk/>
            <pc:sldMk cId="1632786307" sldId="261"/>
            <ac:spMk id="13" creationId="{778FFCD0-24AF-4544-8048-0C78BC5B5BDC}"/>
          </ac:spMkLst>
        </pc:spChg>
        <pc:spChg chg="add mo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15" creationId="{7295A3F4-47F1-48D3-B771-67BA48C5AFAD}"/>
          </ac:spMkLst>
        </pc:spChg>
        <pc:spChg chg="add mo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16" creationId="{CD5F0E5C-843E-49B0-B268-695B68E9B49C}"/>
          </ac:spMkLst>
        </pc:spChg>
        <pc:spChg chg="add mo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18" creationId="{116A1D41-35DE-48F3-92EE-D540218CF7CB}"/>
          </ac:spMkLst>
        </pc:spChg>
        <pc:spChg chg="add mo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19" creationId="{6A0BEDA9-C093-4ECE-89DB-5E77E6BC1AC0}"/>
          </ac:spMkLst>
        </pc:spChg>
        <pc:spChg chg="add del mod">
          <ac:chgData name="Leandre Gachet" userId="699b57a9-cf39-4118-976c-2a4cdd6e4f7d" providerId="ADAL" clId="{5A4BBD47-26AE-4270-B2FD-66CE706B90A3}" dt="2026-01-07T12:40:27.087" v="4862" actId="478"/>
          <ac:spMkLst>
            <pc:docMk/>
            <pc:sldMk cId="1632786307" sldId="261"/>
            <ac:spMk id="23" creationId="{75E2BBBD-1B76-4E36-9B58-3010FA94B43D}"/>
          </ac:spMkLst>
        </pc:spChg>
        <pc:spChg chg="add mod">
          <ac:chgData name="Leandre Gachet" userId="699b57a9-cf39-4118-976c-2a4cdd6e4f7d" providerId="ADAL" clId="{5A4BBD47-26AE-4270-B2FD-66CE706B90A3}" dt="2026-01-07T12:53:32.392" v="5097" actId="1035"/>
          <ac:spMkLst>
            <pc:docMk/>
            <pc:sldMk cId="1632786307" sldId="261"/>
            <ac:spMk id="24" creationId="{C92EB07C-2537-44C1-B565-FE73CC4B2CEC}"/>
          </ac:spMkLst>
        </pc:spChg>
        <pc:spChg chg="add mod">
          <ac:chgData name="Leandre Gachet" userId="699b57a9-cf39-4118-976c-2a4cdd6e4f7d" providerId="ADAL" clId="{5A4BBD47-26AE-4270-B2FD-66CE706B90A3}" dt="2026-01-07T12:39:42.149" v="4808" actId="14100"/>
          <ac:spMkLst>
            <pc:docMk/>
            <pc:sldMk cId="1632786307" sldId="261"/>
            <ac:spMk id="25" creationId="{8777A70B-2F8D-442F-9003-0189C916248A}"/>
          </ac:spMkLst>
        </pc:spChg>
        <pc:spChg chg="add mod">
          <ac:chgData name="Leandre Gachet" userId="699b57a9-cf39-4118-976c-2a4cdd6e4f7d" providerId="ADAL" clId="{5A4BBD47-26AE-4270-B2FD-66CE706B90A3}" dt="2026-01-07T12:40:08.025" v="4851" actId="1038"/>
          <ac:spMkLst>
            <pc:docMk/>
            <pc:sldMk cId="1632786307" sldId="261"/>
            <ac:spMk id="26" creationId="{B3943169-957B-47F1-BA29-C5DB2A3D2204}"/>
          </ac:spMkLst>
        </pc:spChg>
        <pc:spChg chg="add mod">
          <ac:chgData name="Leandre Gachet" userId="699b57a9-cf39-4118-976c-2a4cdd6e4f7d" providerId="ADAL" clId="{5A4BBD47-26AE-4270-B2FD-66CE706B90A3}" dt="2026-01-07T12:54:16.809" v="5101" actId="1076"/>
          <ac:spMkLst>
            <pc:docMk/>
            <pc:sldMk cId="1632786307" sldId="261"/>
            <ac:spMk id="27" creationId="{CEBCA85E-6144-4B81-B5C3-9830A002D08B}"/>
          </ac:spMkLst>
        </pc:spChg>
        <pc:spChg chg="add mod">
          <ac:chgData name="Leandre Gachet" userId="699b57a9-cf39-4118-976c-2a4cdd6e4f7d" providerId="ADAL" clId="{5A4BBD47-26AE-4270-B2FD-66CE706B90A3}" dt="2026-01-07T12:54:25.877" v="5102" actId="1076"/>
          <ac:spMkLst>
            <pc:docMk/>
            <pc:sldMk cId="1632786307" sldId="261"/>
            <ac:spMk id="30" creationId="{DAC5D0D5-AEDA-4946-A576-832D2FB5AD02}"/>
          </ac:spMkLst>
        </pc:spChg>
        <pc:spChg chg="add mod">
          <ac:chgData name="Leandre Gachet" userId="699b57a9-cf39-4118-976c-2a4cdd6e4f7d" providerId="ADAL" clId="{5A4BBD47-26AE-4270-B2FD-66CE706B90A3}" dt="2026-01-07T13:01:27.042" v="5245" actId="571"/>
          <ac:spMkLst>
            <pc:docMk/>
            <pc:sldMk cId="1632786307" sldId="261"/>
            <ac:spMk id="31" creationId="{8B55558F-0EFF-493E-9564-46E70915565A}"/>
          </ac:spMkLst>
        </pc:spChg>
        <pc:picChg chg="del">
          <ac:chgData name="Leandre Gachet" userId="699b57a9-cf39-4118-976c-2a4cdd6e4f7d" providerId="ADAL" clId="{5A4BBD47-26AE-4270-B2FD-66CE706B90A3}" dt="2026-01-07T08:41:00.807" v="4195" actId="478"/>
          <ac:picMkLst>
            <pc:docMk/>
            <pc:sldMk cId="1632786307" sldId="261"/>
            <ac:picMk id="3" creationId="{6AF6FB0E-D5EB-4581-A84F-A416A3E971E8}"/>
          </ac:picMkLst>
        </pc:picChg>
        <pc:picChg chg="add del mod ord">
          <ac:chgData name="Leandre Gachet" userId="699b57a9-cf39-4118-976c-2a4cdd6e4f7d" providerId="ADAL" clId="{5A4BBD47-26AE-4270-B2FD-66CE706B90A3}" dt="2026-01-07T12:26:24.418" v="4529" actId="478"/>
          <ac:picMkLst>
            <pc:docMk/>
            <pc:sldMk cId="1632786307" sldId="261"/>
            <ac:picMk id="4" creationId="{6E0AE726-37E4-4256-941E-0E358D1F5C72}"/>
          </ac:picMkLst>
        </pc:picChg>
        <pc:picChg chg="add mod">
          <ac:chgData name="Leandre Gachet" userId="699b57a9-cf39-4118-976c-2a4cdd6e4f7d" providerId="ADAL" clId="{5A4BBD47-26AE-4270-B2FD-66CE706B90A3}" dt="2026-01-07T12:53:32.392" v="5097" actId="1035"/>
          <ac:picMkLst>
            <pc:docMk/>
            <pc:sldMk cId="1632786307" sldId="261"/>
            <ac:picMk id="14" creationId="{3B555949-E682-4358-A171-29A171E12964}"/>
          </ac:picMkLst>
        </pc:picChg>
        <pc:picChg chg="add mod">
          <ac:chgData name="Leandre Gachet" userId="699b57a9-cf39-4118-976c-2a4cdd6e4f7d" providerId="ADAL" clId="{5A4BBD47-26AE-4270-B2FD-66CE706B90A3}" dt="2026-01-07T12:53:32.392" v="5097" actId="1035"/>
          <ac:picMkLst>
            <pc:docMk/>
            <pc:sldMk cId="1632786307" sldId="261"/>
            <ac:picMk id="17" creationId="{AB486AF5-A09F-4368-9075-64669BB4C4C1}"/>
          </ac:picMkLst>
        </pc:picChg>
        <pc:picChg chg="add del mod">
          <ac:chgData name="Leandre Gachet" userId="699b57a9-cf39-4118-976c-2a4cdd6e4f7d" providerId="ADAL" clId="{5A4BBD47-26AE-4270-B2FD-66CE706B90A3}" dt="2026-01-07T12:36:12.506" v="4696" actId="478"/>
          <ac:picMkLst>
            <pc:docMk/>
            <pc:sldMk cId="1632786307" sldId="261"/>
            <ac:picMk id="20" creationId="{3E147598-3F86-4B39-BAAA-40E6DD89B12A}"/>
          </ac:picMkLst>
        </pc:picChg>
        <pc:picChg chg="add mod">
          <ac:chgData name="Leandre Gachet" userId="699b57a9-cf39-4118-976c-2a4cdd6e4f7d" providerId="ADAL" clId="{5A4BBD47-26AE-4270-B2FD-66CE706B90A3}" dt="2026-01-07T12:38:55.552" v="4766" actId="14100"/>
          <ac:picMkLst>
            <pc:docMk/>
            <pc:sldMk cId="1632786307" sldId="261"/>
            <ac:picMk id="22" creationId="{361D1DBA-3EAE-4178-8F9B-EEDBD11F4801}"/>
          </ac:picMkLst>
        </pc:picChg>
        <pc:picChg chg="add del mod">
          <ac:chgData name="Leandre Gachet" userId="699b57a9-cf39-4118-976c-2a4cdd6e4f7d" providerId="ADAL" clId="{5A4BBD47-26AE-4270-B2FD-66CE706B90A3}" dt="2026-01-07T12:47:40.600" v="4869" actId="478"/>
          <ac:picMkLst>
            <pc:docMk/>
            <pc:sldMk cId="1632786307" sldId="261"/>
            <ac:picMk id="29" creationId="{A7AB4CC8-64A0-4170-90DD-1B8E976658C4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11T07:52:19.884" v="7074" actId="571"/>
        <pc:sldMkLst>
          <pc:docMk/>
          <pc:sldMk cId="3804228860" sldId="262"/>
        </pc:sldMkLst>
        <pc:spChg chg="del">
          <ac:chgData name="Leandre Gachet" userId="699b57a9-cf39-4118-976c-2a4cdd6e4f7d" providerId="ADAL" clId="{5A4BBD47-26AE-4270-B2FD-66CE706B90A3}" dt="2026-01-10T09:41:59.949" v="6354" actId="478"/>
          <ac:spMkLst>
            <pc:docMk/>
            <pc:sldMk cId="3804228860" sldId="262"/>
            <ac:spMk id="5" creationId="{027F9DBB-4DBF-4974-A2EC-AB99C89D408F}"/>
          </ac:spMkLst>
        </pc:spChg>
        <pc:spChg chg="add mod">
          <ac:chgData name="Leandre Gachet" userId="699b57a9-cf39-4118-976c-2a4cdd6e4f7d" providerId="ADAL" clId="{5A4BBD47-26AE-4270-B2FD-66CE706B90A3}" dt="2026-01-11T07:52:19.884" v="7074" actId="571"/>
          <ac:spMkLst>
            <pc:docMk/>
            <pc:sldMk cId="3804228860" sldId="262"/>
            <ac:spMk id="8" creationId="{4683B828-AA27-4A7F-B11F-615BCA954E54}"/>
          </ac:spMkLst>
        </pc:spChg>
        <pc:spChg chg="mod">
          <ac:chgData name="Leandre Gachet" userId="699b57a9-cf39-4118-976c-2a4cdd6e4f7d" providerId="ADAL" clId="{5A4BBD47-26AE-4270-B2FD-66CE706B90A3}" dt="2026-01-10T09:46:44.525" v="6464" actId="20577"/>
          <ac:spMkLst>
            <pc:docMk/>
            <pc:sldMk cId="3804228860" sldId="262"/>
            <ac:spMk id="9" creationId="{0A84AC79-37C3-436D-87E4-BA4EB8879A2A}"/>
          </ac:spMkLst>
        </pc:spChg>
        <pc:spChg chg="mod">
          <ac:chgData name="Leandre Gachet" userId="699b57a9-cf39-4118-976c-2a4cdd6e4f7d" providerId="ADAL" clId="{5A4BBD47-26AE-4270-B2FD-66CE706B90A3}" dt="2026-01-10T09:42:15.778" v="6382" actId="1036"/>
          <ac:spMkLst>
            <pc:docMk/>
            <pc:sldMk cId="3804228860" sldId="262"/>
            <ac:spMk id="11" creationId="{6C594EFB-F23A-4B59-8001-6EADDD416B6A}"/>
          </ac:spMkLst>
        </pc:spChg>
      </pc:sldChg>
      <pc:sldChg chg="addSp delSp modSp add mod">
        <pc:chgData name="Leandre Gachet" userId="699b57a9-cf39-4118-976c-2a4cdd6e4f7d" providerId="ADAL" clId="{5A4BBD47-26AE-4270-B2FD-66CE706B90A3}" dt="2026-01-07T13:05:28.755" v="5414" actId="1036"/>
        <pc:sldMkLst>
          <pc:docMk/>
          <pc:sldMk cId="1320029051" sldId="263"/>
        </pc:sldMkLst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5" creationId="{027F9DBB-4DBF-4974-A2EC-AB99C89D408F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8" creationId="{0CC9AA91-EBB2-47DF-BBC6-E52D8BCBF4EA}"/>
          </ac:spMkLst>
        </pc:spChg>
        <pc:spChg chg="mod">
          <ac:chgData name="Leandre Gachet" userId="699b57a9-cf39-4118-976c-2a4cdd6e4f7d" providerId="ADAL" clId="{5A4BBD47-26AE-4270-B2FD-66CE706B90A3}" dt="2026-01-07T12:56:55.178" v="5135" actId="14100"/>
          <ac:spMkLst>
            <pc:docMk/>
            <pc:sldMk cId="1320029051" sldId="263"/>
            <ac:spMk id="11" creationId="{6C594EFB-F23A-4B59-8001-6EADDD416B6A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15" creationId="{7295A3F4-47F1-48D3-B771-67BA48C5AFAD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16" creationId="{CD5F0E5C-843E-49B0-B268-695B68E9B49C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18" creationId="{116A1D41-35DE-48F3-92EE-D540218CF7CB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19" creationId="{6A0BEDA9-C093-4ECE-89DB-5E77E6BC1AC0}"/>
          </ac:spMkLst>
        </pc:spChg>
        <pc:spChg chg="add mod">
          <ac:chgData name="Leandre Gachet" userId="699b57a9-cf39-4118-976c-2a4cdd6e4f7d" providerId="ADAL" clId="{5A4BBD47-26AE-4270-B2FD-66CE706B90A3}" dt="2026-01-07T13:01:03.770" v="5244" actId="1035"/>
          <ac:spMkLst>
            <pc:docMk/>
            <pc:sldMk cId="1320029051" sldId="263"/>
            <ac:spMk id="21" creationId="{98F0076A-FD23-4428-9FCB-8595271B5535}"/>
          </ac:spMkLst>
        </pc:spChg>
        <pc:spChg chg="add mod">
          <ac:chgData name="Leandre Gachet" userId="699b57a9-cf39-4118-976c-2a4cdd6e4f7d" providerId="ADAL" clId="{5A4BBD47-26AE-4270-B2FD-66CE706B90A3}" dt="2026-01-07T13:05:03.578" v="5389" actId="14100"/>
          <ac:spMkLst>
            <pc:docMk/>
            <pc:sldMk cId="1320029051" sldId="263"/>
            <ac:spMk id="23" creationId="{8E96241A-80E6-4BEE-8F77-707378FF79D5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24" creationId="{C92EB07C-2537-44C1-B565-FE73CC4B2CEC}"/>
          </ac:spMkLst>
        </pc:spChg>
        <pc:spChg chg="del">
          <ac:chgData name="Leandre Gachet" userId="699b57a9-cf39-4118-976c-2a4cdd6e4f7d" providerId="ADAL" clId="{5A4BBD47-26AE-4270-B2FD-66CE706B90A3}" dt="2026-01-07T12:54:56.585" v="5105" actId="478"/>
          <ac:spMkLst>
            <pc:docMk/>
            <pc:sldMk cId="1320029051" sldId="263"/>
            <ac:spMk id="25" creationId="{8777A70B-2F8D-442F-9003-0189C916248A}"/>
          </ac:spMkLst>
        </pc:spChg>
        <pc:spChg chg="del">
          <ac:chgData name="Leandre Gachet" userId="699b57a9-cf39-4118-976c-2a4cdd6e4f7d" providerId="ADAL" clId="{5A4BBD47-26AE-4270-B2FD-66CE706B90A3}" dt="2026-01-07T12:54:56.585" v="5105" actId="478"/>
          <ac:spMkLst>
            <pc:docMk/>
            <pc:sldMk cId="1320029051" sldId="263"/>
            <ac:spMk id="26" creationId="{B3943169-957B-47F1-BA29-C5DB2A3D2204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27" creationId="{CEBCA85E-6144-4B81-B5C3-9830A002D08B}"/>
          </ac:spMkLst>
        </pc:spChg>
        <pc:spChg chg="add mod">
          <ac:chgData name="Leandre Gachet" userId="699b57a9-cf39-4118-976c-2a4cdd6e4f7d" providerId="ADAL" clId="{5A4BBD47-26AE-4270-B2FD-66CE706B90A3}" dt="2026-01-07T13:05:24.330" v="5400" actId="1036"/>
          <ac:spMkLst>
            <pc:docMk/>
            <pc:sldMk cId="1320029051" sldId="263"/>
            <ac:spMk id="28" creationId="{A0B8C102-D34F-44A4-B3BC-B04674385677}"/>
          </ac:spMkLst>
        </pc:spChg>
        <pc:spChg chg="add mod">
          <ac:chgData name="Leandre Gachet" userId="699b57a9-cf39-4118-976c-2a4cdd6e4f7d" providerId="ADAL" clId="{5A4BBD47-26AE-4270-B2FD-66CE706B90A3}" dt="2026-01-07T13:05:28.755" v="5414" actId="1036"/>
          <ac:spMkLst>
            <pc:docMk/>
            <pc:sldMk cId="1320029051" sldId="263"/>
            <ac:spMk id="29" creationId="{FDBF1320-2274-42EE-B9AC-3F2E97AED86A}"/>
          </ac:spMkLst>
        </pc:spChg>
        <pc:spChg chg="del">
          <ac:chgData name="Leandre Gachet" userId="699b57a9-cf39-4118-976c-2a4cdd6e4f7d" providerId="ADAL" clId="{5A4BBD47-26AE-4270-B2FD-66CE706B90A3}" dt="2026-01-07T12:54:54.038" v="5104" actId="478"/>
          <ac:spMkLst>
            <pc:docMk/>
            <pc:sldMk cId="1320029051" sldId="263"/>
            <ac:spMk id="30" creationId="{DAC5D0D5-AEDA-4946-A576-832D2FB5AD02}"/>
          </ac:spMkLst>
        </pc:spChg>
        <pc:picChg chg="add del mod ord">
          <ac:chgData name="Leandre Gachet" userId="699b57a9-cf39-4118-976c-2a4cdd6e4f7d" providerId="ADAL" clId="{5A4BBD47-26AE-4270-B2FD-66CE706B90A3}" dt="2026-01-07T12:59:36.291" v="5181" actId="478"/>
          <ac:picMkLst>
            <pc:docMk/>
            <pc:sldMk cId="1320029051" sldId="263"/>
            <ac:picMk id="3" creationId="{9DFA15FC-2681-4E73-94F0-0E5E9DB746EC}"/>
          </ac:picMkLst>
        </pc:picChg>
        <pc:picChg chg="add mod ord">
          <ac:chgData name="Leandre Gachet" userId="699b57a9-cf39-4118-976c-2a4cdd6e4f7d" providerId="ADAL" clId="{5A4BBD47-26AE-4270-B2FD-66CE706B90A3}" dt="2026-01-07T13:01:03.770" v="5244" actId="1035"/>
          <ac:picMkLst>
            <pc:docMk/>
            <pc:sldMk cId="1320029051" sldId="263"/>
            <ac:picMk id="9" creationId="{1203D13E-8FBC-475F-8CCC-56E1E4C1DFE1}"/>
          </ac:picMkLst>
        </pc:picChg>
        <pc:picChg chg="del">
          <ac:chgData name="Leandre Gachet" userId="699b57a9-cf39-4118-976c-2a4cdd6e4f7d" providerId="ADAL" clId="{5A4BBD47-26AE-4270-B2FD-66CE706B90A3}" dt="2026-01-07T12:54:54.038" v="5104" actId="478"/>
          <ac:picMkLst>
            <pc:docMk/>
            <pc:sldMk cId="1320029051" sldId="263"/>
            <ac:picMk id="14" creationId="{3B555949-E682-4358-A171-29A171E12964}"/>
          </ac:picMkLst>
        </pc:picChg>
        <pc:picChg chg="del">
          <ac:chgData name="Leandre Gachet" userId="699b57a9-cf39-4118-976c-2a4cdd6e4f7d" providerId="ADAL" clId="{5A4BBD47-26AE-4270-B2FD-66CE706B90A3}" dt="2026-01-07T12:54:54.038" v="5104" actId="478"/>
          <ac:picMkLst>
            <pc:docMk/>
            <pc:sldMk cId="1320029051" sldId="263"/>
            <ac:picMk id="17" creationId="{AB486AF5-A09F-4368-9075-64669BB4C4C1}"/>
          </ac:picMkLst>
        </pc:picChg>
        <pc:picChg chg="add del mod">
          <ac:chgData name="Leandre Gachet" userId="699b57a9-cf39-4118-976c-2a4cdd6e4f7d" providerId="ADAL" clId="{5A4BBD47-26AE-4270-B2FD-66CE706B90A3}" dt="2026-01-07T12:58:24.657" v="5142" actId="478"/>
          <ac:picMkLst>
            <pc:docMk/>
            <pc:sldMk cId="1320029051" sldId="263"/>
            <ac:picMk id="20" creationId="{4AA1B3E8-C2C0-4BD8-8C21-8E435FCBCC2C}"/>
          </ac:picMkLst>
        </pc:picChg>
        <pc:picChg chg="del">
          <ac:chgData name="Leandre Gachet" userId="699b57a9-cf39-4118-976c-2a4cdd6e4f7d" providerId="ADAL" clId="{5A4BBD47-26AE-4270-B2FD-66CE706B90A3}" dt="2026-01-07T12:54:56.585" v="5105" actId="478"/>
          <ac:picMkLst>
            <pc:docMk/>
            <pc:sldMk cId="1320029051" sldId="263"/>
            <ac:picMk id="22" creationId="{361D1DBA-3EAE-4178-8F9B-EEDBD11F4801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25T12:25:48.625" v="9302" actId="14100"/>
        <pc:sldMkLst>
          <pc:docMk/>
          <pc:sldMk cId="594302910" sldId="264"/>
        </pc:sldMkLst>
        <pc:spChg chg="mod">
          <ac:chgData name="Leandre Gachet" userId="699b57a9-cf39-4118-976c-2a4cdd6e4f7d" providerId="ADAL" clId="{5A4BBD47-26AE-4270-B2FD-66CE706B90A3}" dt="2026-01-07T13:07:58.905" v="5437" actId="14100"/>
          <ac:spMkLst>
            <pc:docMk/>
            <pc:sldMk cId="594302910" sldId="264"/>
            <ac:spMk id="11" creationId="{6C594EFB-F23A-4B59-8001-6EADDD416B6A}"/>
          </ac:spMkLst>
        </pc:spChg>
        <pc:spChg chg="mod">
          <ac:chgData name="Leandre Gachet" userId="699b57a9-cf39-4118-976c-2a4cdd6e4f7d" providerId="ADAL" clId="{5A4BBD47-26AE-4270-B2FD-66CE706B90A3}" dt="2026-01-25T12:25:48.625" v="9302" actId="14100"/>
          <ac:spMkLst>
            <pc:docMk/>
            <pc:sldMk cId="594302910" sldId="264"/>
            <ac:spMk id="23" creationId="{8E96241A-80E6-4BEE-8F77-707378FF79D5}"/>
          </ac:spMkLst>
        </pc:spChg>
        <pc:spChg chg="mod">
          <ac:chgData name="Leandre Gachet" userId="699b57a9-cf39-4118-976c-2a4cdd6e4f7d" providerId="ADAL" clId="{5A4BBD47-26AE-4270-B2FD-66CE706B90A3}" dt="2026-01-07T13:12:19.963" v="5517" actId="1036"/>
          <ac:spMkLst>
            <pc:docMk/>
            <pc:sldMk cId="594302910" sldId="264"/>
            <ac:spMk id="28" creationId="{A0B8C102-D34F-44A4-B3BC-B04674385677}"/>
          </ac:spMkLst>
        </pc:spChg>
        <pc:spChg chg="del">
          <ac:chgData name="Leandre Gachet" userId="699b57a9-cf39-4118-976c-2a4cdd6e4f7d" providerId="ADAL" clId="{5A4BBD47-26AE-4270-B2FD-66CE706B90A3}" dt="2026-01-07T13:09:59.018" v="5460" actId="478"/>
          <ac:spMkLst>
            <pc:docMk/>
            <pc:sldMk cId="594302910" sldId="264"/>
            <ac:spMk id="29" creationId="{FDBF1320-2274-42EE-B9AC-3F2E97AED86A}"/>
          </ac:spMkLst>
        </pc:spChg>
        <pc:picChg chg="add mod ord">
          <ac:chgData name="Leandre Gachet" userId="699b57a9-cf39-4118-976c-2a4cdd6e4f7d" providerId="ADAL" clId="{5A4BBD47-26AE-4270-B2FD-66CE706B90A3}" dt="2026-01-07T13:09:12.431" v="5459" actId="14100"/>
          <ac:picMkLst>
            <pc:docMk/>
            <pc:sldMk cId="594302910" sldId="264"/>
            <ac:picMk id="3" creationId="{0AA0DBDE-7340-44D0-B46D-D5BBE0466F41}"/>
          </ac:picMkLst>
        </pc:picChg>
        <pc:picChg chg="del">
          <ac:chgData name="Leandre Gachet" userId="699b57a9-cf39-4118-976c-2a4cdd6e4f7d" providerId="ADAL" clId="{5A4BBD47-26AE-4270-B2FD-66CE706B90A3}" dt="2026-01-07T13:08:47.480" v="5438" actId="478"/>
          <ac:picMkLst>
            <pc:docMk/>
            <pc:sldMk cId="594302910" sldId="264"/>
            <ac:picMk id="9" creationId="{1203D13E-8FBC-475F-8CCC-56E1E4C1DFE1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10T10:14:10.760" v="6560" actId="207"/>
        <pc:sldMkLst>
          <pc:docMk/>
          <pc:sldMk cId="2989992998" sldId="265"/>
        </pc:sldMkLst>
        <pc:spChg chg="add mod">
          <ac:chgData name="Leandre Gachet" userId="699b57a9-cf39-4118-976c-2a4cdd6e4f7d" providerId="ADAL" clId="{5A4BBD47-26AE-4270-B2FD-66CE706B90A3}" dt="2026-01-07T13:38:09.326" v="5740"/>
          <ac:spMkLst>
            <pc:docMk/>
            <pc:sldMk cId="2989992998" sldId="265"/>
            <ac:spMk id="9" creationId="{9D27978B-C6C8-43EC-8D99-65AACCC6D691}"/>
          </ac:spMkLst>
        </pc:spChg>
        <pc:spChg chg="add mod">
          <ac:chgData name="Leandre Gachet" userId="699b57a9-cf39-4118-976c-2a4cdd6e4f7d" providerId="ADAL" clId="{5A4BBD47-26AE-4270-B2FD-66CE706B90A3}" dt="2026-01-10T09:02:38.353" v="6327" actId="1037"/>
          <ac:spMkLst>
            <pc:docMk/>
            <pc:sldMk cId="2989992998" sldId="265"/>
            <ac:spMk id="10" creationId="{3DD609A8-8C44-492E-8C7A-039FF6364440}"/>
          </ac:spMkLst>
        </pc:spChg>
        <pc:spChg chg="mod">
          <ac:chgData name="Leandre Gachet" userId="699b57a9-cf39-4118-976c-2a4cdd6e4f7d" providerId="ADAL" clId="{5A4BBD47-26AE-4270-B2FD-66CE706B90A3}" dt="2026-01-07T13:28:57.363" v="5567" actId="14100"/>
          <ac:spMkLst>
            <pc:docMk/>
            <pc:sldMk cId="2989992998" sldId="265"/>
            <ac:spMk id="11" creationId="{6C594EFB-F23A-4B59-8001-6EADDD416B6A}"/>
          </ac:spMkLst>
        </pc:spChg>
        <pc:spChg chg="add mod">
          <ac:chgData name="Leandre Gachet" userId="699b57a9-cf39-4118-976c-2a4cdd6e4f7d" providerId="ADAL" clId="{5A4BBD47-26AE-4270-B2FD-66CE706B90A3}" dt="2026-01-10T09:02:25.285" v="6312" actId="1036"/>
          <ac:spMkLst>
            <pc:docMk/>
            <pc:sldMk cId="2989992998" sldId="265"/>
            <ac:spMk id="12" creationId="{F3860A20-13E3-492E-8124-0F0051B68E02}"/>
          </ac:spMkLst>
        </pc:spChg>
        <pc:spChg chg="add mod">
          <ac:chgData name="Leandre Gachet" userId="699b57a9-cf39-4118-976c-2a4cdd6e4f7d" providerId="ADAL" clId="{5A4BBD47-26AE-4270-B2FD-66CE706B90A3}" dt="2026-01-10T09:02:25.285" v="6312" actId="1036"/>
          <ac:spMkLst>
            <pc:docMk/>
            <pc:sldMk cId="2989992998" sldId="265"/>
            <ac:spMk id="13" creationId="{2F434F30-F6C3-4B36-9017-A6EECF3D6915}"/>
          </ac:spMkLst>
        </pc:spChg>
        <pc:spChg chg="add del mod">
          <ac:chgData name="Leandre Gachet" userId="699b57a9-cf39-4118-976c-2a4cdd6e4f7d" providerId="ADAL" clId="{5A4BBD47-26AE-4270-B2FD-66CE706B90A3}" dt="2026-01-07T13:47:29.491" v="6032" actId="478"/>
          <ac:spMkLst>
            <pc:docMk/>
            <pc:sldMk cId="2989992998" sldId="265"/>
            <ac:spMk id="14" creationId="{8FAB09F9-069E-40DC-9CAC-F5A8A87ECA50}"/>
          </ac:spMkLst>
        </pc:spChg>
        <pc:spChg chg="add mod">
          <ac:chgData name="Leandre Gachet" userId="699b57a9-cf39-4118-976c-2a4cdd6e4f7d" providerId="ADAL" clId="{5A4BBD47-26AE-4270-B2FD-66CE706B90A3}" dt="2026-01-10T09:02:25.285" v="6312" actId="1036"/>
          <ac:spMkLst>
            <pc:docMk/>
            <pc:sldMk cId="2989992998" sldId="265"/>
            <ac:spMk id="15" creationId="{5D7083EA-58AC-405B-8E49-13F2AC598C2E}"/>
          </ac:spMkLst>
        </pc:spChg>
        <pc:spChg chg="add mod">
          <ac:chgData name="Leandre Gachet" userId="699b57a9-cf39-4118-976c-2a4cdd6e4f7d" providerId="ADAL" clId="{5A4BBD47-26AE-4270-B2FD-66CE706B90A3}" dt="2026-01-10T09:02:38.353" v="6327" actId="1037"/>
          <ac:spMkLst>
            <pc:docMk/>
            <pc:sldMk cId="2989992998" sldId="265"/>
            <ac:spMk id="16" creationId="{B56FE2BA-FA89-472C-8712-237E93487B86}"/>
          </ac:spMkLst>
        </pc:spChg>
        <pc:spChg chg="mod">
          <ac:chgData name="Leandre Gachet" userId="699b57a9-cf39-4118-976c-2a4cdd6e4f7d" providerId="ADAL" clId="{5A4BBD47-26AE-4270-B2FD-66CE706B90A3}" dt="2026-01-07T13:38:15.516" v="5741" actId="14100"/>
          <ac:spMkLst>
            <pc:docMk/>
            <pc:sldMk cId="2989992998" sldId="265"/>
            <ac:spMk id="21" creationId="{98F0076A-FD23-4428-9FCB-8595271B5535}"/>
          </ac:spMkLst>
        </pc:spChg>
        <pc:spChg chg="mod">
          <ac:chgData name="Leandre Gachet" userId="699b57a9-cf39-4118-976c-2a4cdd6e4f7d" providerId="ADAL" clId="{5A4BBD47-26AE-4270-B2FD-66CE706B90A3}" dt="2026-01-07T13:29:58.430" v="5616" actId="14100"/>
          <ac:spMkLst>
            <pc:docMk/>
            <pc:sldMk cId="2989992998" sldId="265"/>
            <ac:spMk id="23" creationId="{8E96241A-80E6-4BEE-8F77-707378FF79D5}"/>
          </ac:spMkLst>
        </pc:spChg>
        <pc:spChg chg="mod">
          <ac:chgData name="Leandre Gachet" userId="699b57a9-cf39-4118-976c-2a4cdd6e4f7d" providerId="ADAL" clId="{5A4BBD47-26AE-4270-B2FD-66CE706B90A3}" dt="2026-01-10T10:14:10.760" v="6560" actId="207"/>
          <ac:spMkLst>
            <pc:docMk/>
            <pc:sldMk cId="2989992998" sldId="265"/>
            <ac:spMk id="28" creationId="{A0B8C102-D34F-44A4-B3BC-B04674385677}"/>
          </ac:spMkLst>
        </pc:spChg>
        <pc:picChg chg="del">
          <ac:chgData name="Leandre Gachet" userId="699b57a9-cf39-4118-976c-2a4cdd6e4f7d" providerId="ADAL" clId="{5A4BBD47-26AE-4270-B2FD-66CE706B90A3}" dt="2026-01-07T13:13:38.863" v="5543" actId="478"/>
          <ac:picMkLst>
            <pc:docMk/>
            <pc:sldMk cId="2989992998" sldId="265"/>
            <ac:picMk id="3" creationId="{0AA0DBDE-7340-44D0-B46D-D5BBE0466F41}"/>
          </ac:picMkLst>
        </pc:picChg>
      </pc:sldChg>
      <pc:sldChg chg="addSp delSp modSp add mod ord">
        <pc:chgData name="Leandre Gachet" userId="699b57a9-cf39-4118-976c-2a4cdd6e4f7d" providerId="ADAL" clId="{5A4BBD47-26AE-4270-B2FD-66CE706B90A3}" dt="2026-01-11T08:40:21.837" v="8037" actId="1036"/>
        <pc:sldMkLst>
          <pc:docMk/>
          <pc:sldMk cId="1153853800" sldId="266"/>
        </pc:sldMkLst>
        <pc:spChg chg="mod">
          <ac:chgData name="Leandre Gachet" userId="699b57a9-cf39-4118-976c-2a4cdd6e4f7d" providerId="ADAL" clId="{5A4BBD47-26AE-4270-B2FD-66CE706B90A3}" dt="2026-01-10T09:54:31.323" v="6552" actId="20577"/>
          <ac:spMkLst>
            <pc:docMk/>
            <pc:sldMk cId="1153853800" sldId="266"/>
            <ac:spMk id="6" creationId="{87892FAB-5A4D-4AFD-99F7-08803AF30E9C}"/>
          </ac:spMkLst>
        </pc:spChg>
        <pc:spChg chg="add mod">
          <ac:chgData name="Leandre Gachet" userId="699b57a9-cf39-4118-976c-2a4cdd6e4f7d" providerId="ADAL" clId="{5A4BBD47-26AE-4270-B2FD-66CE706B90A3}" dt="2026-01-11T08:40:21.837" v="8037" actId="1036"/>
          <ac:spMkLst>
            <pc:docMk/>
            <pc:sldMk cId="1153853800" sldId="266"/>
            <ac:spMk id="9" creationId="{49C57A90-E989-43AC-B2A9-95481E493437}"/>
          </ac:spMkLst>
        </pc:spChg>
        <pc:spChg chg="del">
          <ac:chgData name="Leandre Gachet" userId="699b57a9-cf39-4118-976c-2a4cdd6e4f7d" providerId="ADAL" clId="{5A4BBD47-26AE-4270-B2FD-66CE706B90A3}" dt="2026-01-10T09:54:45.110" v="6556" actId="478"/>
          <ac:spMkLst>
            <pc:docMk/>
            <pc:sldMk cId="1153853800" sldId="266"/>
            <ac:spMk id="10" creationId="{5FC0FA08-C8FE-4BE2-8141-D7980AABE230}"/>
          </ac:spMkLst>
        </pc:spChg>
        <pc:spChg chg="add del mod">
          <ac:chgData name="Leandre Gachet" userId="699b57a9-cf39-4118-976c-2a4cdd6e4f7d" providerId="ADAL" clId="{5A4BBD47-26AE-4270-B2FD-66CE706B90A3}" dt="2026-01-11T07:32:02.481" v="6869"/>
          <ac:spMkLst>
            <pc:docMk/>
            <pc:sldMk cId="1153853800" sldId="266"/>
            <ac:spMk id="10" creationId="{61276195-78E4-4C40-BA8A-D690E30C06E1}"/>
          </ac:spMkLst>
        </pc:spChg>
        <pc:spChg chg="del">
          <ac:chgData name="Leandre Gachet" userId="699b57a9-cf39-4118-976c-2a4cdd6e4f7d" providerId="ADAL" clId="{5A4BBD47-26AE-4270-B2FD-66CE706B90A3}" dt="2026-01-10T09:54:46.589" v="6557" actId="478"/>
          <ac:spMkLst>
            <pc:docMk/>
            <pc:sldMk cId="1153853800" sldId="266"/>
            <ac:spMk id="27" creationId="{C65D5F6B-B6E7-4F10-B0CB-EF1CD0A95A46}"/>
          </ac:spMkLst>
        </pc:spChg>
        <pc:graphicFrameChg chg="del mod">
          <ac:chgData name="Leandre Gachet" userId="699b57a9-cf39-4118-976c-2a4cdd6e4f7d" providerId="ADAL" clId="{5A4BBD47-26AE-4270-B2FD-66CE706B90A3}" dt="2026-01-10T09:54:40.459" v="6555" actId="478"/>
          <ac:graphicFrameMkLst>
            <pc:docMk/>
            <pc:sldMk cId="1153853800" sldId="266"/>
            <ac:graphicFrameMk id="5" creationId="{FF7BEC0A-49D7-4F85-A6AD-44A3C0C7E395}"/>
          </ac:graphicFrameMkLst>
        </pc:graphicFrameChg>
        <pc:graphicFrameChg chg="add del mod">
          <ac:chgData name="Leandre Gachet" userId="699b57a9-cf39-4118-976c-2a4cdd6e4f7d" providerId="ADAL" clId="{5A4BBD47-26AE-4270-B2FD-66CE706B90A3}" dt="2026-01-11T08:39:41.027" v="8029" actId="478"/>
          <ac:graphicFrameMkLst>
            <pc:docMk/>
            <pc:sldMk cId="1153853800" sldId="266"/>
            <ac:graphicFrameMk id="8" creationId="{D26F9280-D8FB-4BDC-9E09-96715252504C}"/>
          </ac:graphicFrameMkLst>
        </pc:graphicFrameChg>
        <pc:graphicFrameChg chg="del">
          <ac:chgData name="Leandre Gachet" userId="699b57a9-cf39-4118-976c-2a4cdd6e4f7d" providerId="ADAL" clId="{5A4BBD47-26AE-4270-B2FD-66CE706B90A3}" dt="2026-01-10T09:54:36.697" v="6553" actId="478"/>
          <ac:graphicFrameMkLst>
            <pc:docMk/>
            <pc:sldMk cId="1153853800" sldId="266"/>
            <ac:graphicFrameMk id="22" creationId="{F61687B9-8972-4BFF-81C1-8AF79C951E8D}"/>
          </ac:graphicFrameMkLst>
        </pc:graphicFrameChg>
        <pc:picChg chg="add del mod">
          <ac:chgData name="Leandre Gachet" userId="699b57a9-cf39-4118-976c-2a4cdd6e4f7d" providerId="ADAL" clId="{5A4BBD47-26AE-4270-B2FD-66CE706B90A3}" dt="2026-01-11T07:11:01.270" v="6575" actId="478"/>
          <ac:picMkLst>
            <pc:docMk/>
            <pc:sldMk cId="1153853800" sldId="266"/>
            <ac:picMk id="3" creationId="{43D6AF60-9387-48AA-94A2-DCB5B4F1B6DE}"/>
          </ac:picMkLst>
        </pc:picChg>
        <pc:picChg chg="add mod modCrop">
          <ac:chgData name="Leandre Gachet" userId="699b57a9-cf39-4118-976c-2a4cdd6e4f7d" providerId="ADAL" clId="{5A4BBD47-26AE-4270-B2FD-66CE706B90A3}" dt="2026-01-11T08:40:02.417" v="8031" actId="732"/>
          <ac:picMkLst>
            <pc:docMk/>
            <pc:sldMk cId="1153853800" sldId="266"/>
            <ac:picMk id="11" creationId="{BC976FC1-ACA9-4A03-8AFB-35C2DDF7213B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11T08:40:41.757" v="8038" actId="732"/>
        <pc:sldMkLst>
          <pc:docMk/>
          <pc:sldMk cId="2069609593" sldId="267"/>
        </pc:sldMkLst>
        <pc:spChg chg="mod">
          <ac:chgData name="Leandre Gachet" userId="699b57a9-cf39-4118-976c-2a4cdd6e4f7d" providerId="ADAL" clId="{5A4BBD47-26AE-4270-B2FD-66CE706B90A3}" dt="2026-01-11T07:36:43.190" v="6913" actId="20577"/>
          <ac:spMkLst>
            <pc:docMk/>
            <pc:sldMk cId="2069609593" sldId="267"/>
            <ac:spMk id="6" creationId="{87892FAB-5A4D-4AFD-99F7-08803AF30E9C}"/>
          </ac:spMkLst>
        </pc:spChg>
        <pc:spChg chg="mod">
          <ac:chgData name="Leandre Gachet" userId="699b57a9-cf39-4118-976c-2a4cdd6e4f7d" providerId="ADAL" clId="{5A4BBD47-26AE-4270-B2FD-66CE706B90A3}" dt="2026-01-11T08:37:06.644" v="8005" actId="1036"/>
          <ac:spMkLst>
            <pc:docMk/>
            <pc:sldMk cId="2069609593" sldId="267"/>
            <ac:spMk id="9" creationId="{49C57A90-E989-43AC-B2A9-95481E493437}"/>
          </ac:spMkLst>
        </pc:spChg>
        <pc:spChg chg="add mod">
          <ac:chgData name="Leandre Gachet" userId="699b57a9-cf39-4118-976c-2a4cdd6e4f7d" providerId="ADAL" clId="{5A4BBD47-26AE-4270-B2FD-66CE706B90A3}" dt="2026-01-11T08:37:06.644" v="8005" actId="1036"/>
          <ac:spMkLst>
            <pc:docMk/>
            <pc:sldMk cId="2069609593" sldId="267"/>
            <ac:spMk id="10" creationId="{AA90611B-47BD-4D48-AF8C-3FF4592D7C39}"/>
          </ac:spMkLst>
        </pc:spChg>
        <pc:graphicFrameChg chg="del">
          <ac:chgData name="Leandre Gachet" userId="699b57a9-cf39-4118-976c-2a4cdd6e4f7d" providerId="ADAL" clId="{5A4BBD47-26AE-4270-B2FD-66CE706B90A3}" dt="2026-01-11T08:37:33.798" v="8006" actId="478"/>
          <ac:graphicFrameMkLst>
            <pc:docMk/>
            <pc:sldMk cId="2069609593" sldId="267"/>
            <ac:graphicFrameMk id="8" creationId="{D26F9280-D8FB-4BDC-9E09-96715252504C}"/>
          </ac:graphicFrameMkLst>
        </pc:graphicFrameChg>
        <pc:graphicFrameChg chg="add mod">
          <ac:chgData name="Leandre Gachet" userId="699b57a9-cf39-4118-976c-2a4cdd6e4f7d" providerId="ADAL" clId="{5A4BBD47-26AE-4270-B2FD-66CE706B90A3}" dt="2026-01-11T08:37:54.152" v="8011"/>
          <ac:graphicFrameMkLst>
            <pc:docMk/>
            <pc:sldMk cId="2069609593" sldId="267"/>
            <ac:graphicFrameMk id="11" creationId="{D26F9280-D8FB-4BDC-9E09-96715252504C}"/>
          </ac:graphicFrameMkLst>
        </pc:graphicFrameChg>
        <pc:picChg chg="add del mod">
          <ac:chgData name="Leandre Gachet" userId="699b57a9-cf39-4118-976c-2a4cdd6e4f7d" providerId="ADAL" clId="{5A4BBD47-26AE-4270-B2FD-66CE706B90A3}" dt="2026-01-11T08:38:04.963" v="8015" actId="478"/>
          <ac:picMkLst>
            <pc:docMk/>
            <pc:sldMk cId="2069609593" sldId="267"/>
            <ac:picMk id="2" creationId="{256F0540-E813-4975-96B7-7222D8491BC1}"/>
          </ac:picMkLst>
        </pc:picChg>
        <pc:picChg chg="add mod modCrop">
          <ac:chgData name="Leandre Gachet" userId="699b57a9-cf39-4118-976c-2a4cdd6e4f7d" providerId="ADAL" clId="{5A4BBD47-26AE-4270-B2FD-66CE706B90A3}" dt="2026-01-11T08:40:41.757" v="8038" actId="732"/>
          <ac:picMkLst>
            <pc:docMk/>
            <pc:sldMk cId="2069609593" sldId="267"/>
            <ac:picMk id="3" creationId="{50951B6C-5855-4CF2-8143-12F027104D0D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23T10:31:04.804" v="9039" actId="20577"/>
        <pc:sldMkLst>
          <pc:docMk/>
          <pc:sldMk cId="90998315" sldId="268"/>
        </pc:sldMkLst>
        <pc:spChg chg="mod">
          <ac:chgData name="Leandre Gachet" userId="699b57a9-cf39-4118-976c-2a4cdd6e4f7d" providerId="ADAL" clId="{5A4BBD47-26AE-4270-B2FD-66CE706B90A3}" dt="2026-01-11T08:13:13.534" v="7369" actId="20577"/>
          <ac:spMkLst>
            <pc:docMk/>
            <pc:sldMk cId="90998315" sldId="268"/>
            <ac:spMk id="6" creationId="{87892FAB-5A4D-4AFD-99F7-08803AF30E9C}"/>
          </ac:spMkLst>
        </pc:spChg>
        <pc:spChg chg="mod">
          <ac:chgData name="Leandre Gachet" userId="699b57a9-cf39-4118-976c-2a4cdd6e4f7d" providerId="ADAL" clId="{5A4BBD47-26AE-4270-B2FD-66CE706B90A3}" dt="2026-01-23T10:31:04.804" v="9039" actId="20577"/>
          <ac:spMkLst>
            <pc:docMk/>
            <pc:sldMk cId="90998315" sldId="268"/>
            <ac:spMk id="9" creationId="{49C57A90-E989-43AC-B2A9-95481E493437}"/>
          </ac:spMkLst>
        </pc:spChg>
        <pc:spChg chg="del mod">
          <ac:chgData name="Leandre Gachet" userId="699b57a9-cf39-4118-976c-2a4cdd6e4f7d" providerId="ADAL" clId="{5A4BBD47-26AE-4270-B2FD-66CE706B90A3}" dt="2026-01-11T07:56:42.155" v="7156" actId="478"/>
          <ac:spMkLst>
            <pc:docMk/>
            <pc:sldMk cId="90998315" sldId="268"/>
            <ac:spMk id="10" creationId="{AA90611B-47BD-4D48-AF8C-3FF4592D7C39}"/>
          </ac:spMkLst>
        </pc:spChg>
        <pc:graphicFrameChg chg="del">
          <ac:chgData name="Leandre Gachet" userId="699b57a9-cf39-4118-976c-2a4cdd6e4f7d" providerId="ADAL" clId="{5A4BBD47-26AE-4270-B2FD-66CE706B90A3}" dt="2026-01-11T08:39:14.627" v="8020" actId="478"/>
          <ac:graphicFrameMkLst>
            <pc:docMk/>
            <pc:sldMk cId="90998315" sldId="268"/>
            <ac:graphicFrameMk id="8" creationId="{D26F9280-D8FB-4BDC-9E09-96715252504C}"/>
          </ac:graphicFrameMkLst>
        </pc:graphicFrameChg>
        <pc:picChg chg="add mod modCrop">
          <ac:chgData name="Leandre Gachet" userId="699b57a9-cf39-4118-976c-2a4cdd6e4f7d" providerId="ADAL" clId="{5A4BBD47-26AE-4270-B2FD-66CE706B90A3}" dt="2026-01-11T08:42:34.796" v="8042" actId="732"/>
          <ac:picMkLst>
            <pc:docMk/>
            <pc:sldMk cId="90998315" sldId="268"/>
            <ac:picMk id="11" creationId="{32A82449-3BF2-4488-B65D-8DC47AC7077E}"/>
          </ac:picMkLst>
        </pc:picChg>
      </pc:sldChg>
      <pc:sldChg chg="addSp delSp modSp add mod">
        <pc:chgData name="Leandre Gachet" userId="699b57a9-cf39-4118-976c-2a4cdd6e4f7d" providerId="ADAL" clId="{5A4BBD47-26AE-4270-B2FD-66CE706B90A3}" dt="2026-01-11T08:51:46.227" v="8136" actId="20577"/>
        <pc:sldMkLst>
          <pc:docMk/>
          <pc:sldMk cId="2493932763" sldId="269"/>
        </pc:sldMkLst>
        <pc:spChg chg="mod">
          <ac:chgData name="Leandre Gachet" userId="699b57a9-cf39-4118-976c-2a4cdd6e4f7d" providerId="ADAL" clId="{5A4BBD47-26AE-4270-B2FD-66CE706B90A3}" dt="2026-01-11T08:32:03.351" v="7802" actId="20577"/>
          <ac:spMkLst>
            <pc:docMk/>
            <pc:sldMk cId="2493932763" sldId="269"/>
            <ac:spMk id="6" creationId="{87892FAB-5A4D-4AFD-99F7-08803AF30E9C}"/>
          </ac:spMkLst>
        </pc:spChg>
        <pc:spChg chg="mod">
          <ac:chgData name="Leandre Gachet" userId="699b57a9-cf39-4118-976c-2a4cdd6e4f7d" providerId="ADAL" clId="{5A4BBD47-26AE-4270-B2FD-66CE706B90A3}" dt="2026-01-11T08:51:46.227" v="8136" actId="20577"/>
          <ac:spMkLst>
            <pc:docMk/>
            <pc:sldMk cId="2493932763" sldId="269"/>
            <ac:spMk id="9" creationId="{49C57A90-E989-43AC-B2A9-95481E493437}"/>
          </ac:spMkLst>
        </pc:spChg>
        <pc:spChg chg="add del mod">
          <ac:chgData name="Leandre Gachet" userId="699b57a9-cf39-4118-976c-2a4cdd6e4f7d" providerId="ADAL" clId="{5A4BBD47-26AE-4270-B2FD-66CE706B90A3}" dt="2026-01-11T08:32:34.455" v="7839" actId="478"/>
          <ac:spMkLst>
            <pc:docMk/>
            <pc:sldMk cId="2493932763" sldId="269"/>
            <ac:spMk id="10" creationId="{233DCE8D-223C-44F5-B59D-1EA5E3CA6C20}"/>
          </ac:spMkLst>
        </pc:spChg>
        <pc:spChg chg="add del mod">
          <ac:chgData name="Leandre Gachet" userId="699b57a9-cf39-4118-976c-2a4cdd6e4f7d" providerId="ADAL" clId="{5A4BBD47-26AE-4270-B2FD-66CE706B90A3}" dt="2026-01-11T08:33:06.393" v="7862" actId="478"/>
          <ac:spMkLst>
            <pc:docMk/>
            <pc:sldMk cId="2493932763" sldId="269"/>
            <ac:spMk id="11" creationId="{66FA5B85-F02E-4E9D-830E-09C71249F639}"/>
          </ac:spMkLst>
        </pc:spChg>
        <pc:graphicFrameChg chg="del mod">
          <ac:chgData name="Leandre Gachet" userId="699b57a9-cf39-4118-976c-2a4cdd6e4f7d" providerId="ADAL" clId="{5A4BBD47-26AE-4270-B2FD-66CE706B90A3}" dt="2026-01-11T08:39:17.757" v="8022" actId="478"/>
          <ac:graphicFrameMkLst>
            <pc:docMk/>
            <pc:sldMk cId="2493932763" sldId="269"/>
            <ac:graphicFrameMk id="8" creationId="{D26F9280-D8FB-4BDC-9E09-96715252504C}"/>
          </ac:graphicFrameMkLst>
        </pc:graphicFrameChg>
        <pc:picChg chg="add mod modCrop">
          <ac:chgData name="Leandre Gachet" userId="699b57a9-cf39-4118-976c-2a4cdd6e4f7d" providerId="ADAL" clId="{5A4BBD47-26AE-4270-B2FD-66CE706B90A3}" dt="2026-01-11T08:42:49.226" v="8043" actId="732"/>
          <ac:picMkLst>
            <pc:docMk/>
            <pc:sldMk cId="2493932763" sldId="269"/>
            <ac:picMk id="12" creationId="{12B6603A-DA56-4354-A408-070A33E7CB80}"/>
          </ac:picMkLst>
        </pc:picChg>
      </pc:sldChg>
      <pc:sldChg chg="addSp delSp modSp add del mod">
        <pc:chgData name="Leandre Gachet" userId="699b57a9-cf39-4118-976c-2a4cdd6e4f7d" providerId="ADAL" clId="{5A4BBD47-26AE-4270-B2FD-66CE706B90A3}" dt="2026-01-11T08:16:04.448" v="7452" actId="47"/>
        <pc:sldMkLst>
          <pc:docMk/>
          <pc:sldMk cId="4045681876" sldId="269"/>
        </pc:sldMkLst>
        <pc:spChg chg="mod">
          <ac:chgData name="Leandre Gachet" userId="699b57a9-cf39-4118-976c-2a4cdd6e4f7d" providerId="ADAL" clId="{5A4BBD47-26AE-4270-B2FD-66CE706B90A3}" dt="2026-01-11T08:08:01.618" v="7292" actId="20577"/>
          <ac:spMkLst>
            <pc:docMk/>
            <pc:sldMk cId="4045681876" sldId="269"/>
            <ac:spMk id="6" creationId="{87892FAB-5A4D-4AFD-99F7-08803AF30E9C}"/>
          </ac:spMkLst>
        </pc:spChg>
        <pc:spChg chg="del mod">
          <ac:chgData name="Leandre Gachet" userId="699b57a9-cf39-4118-976c-2a4cdd6e4f7d" providerId="ADAL" clId="{5A4BBD47-26AE-4270-B2FD-66CE706B90A3}" dt="2026-01-11T08:08:57.965" v="7293" actId="478"/>
          <ac:spMkLst>
            <pc:docMk/>
            <pc:sldMk cId="4045681876" sldId="269"/>
            <ac:spMk id="9" creationId="{49C57A90-E989-43AC-B2A9-95481E493437}"/>
          </ac:spMkLst>
        </pc:spChg>
        <pc:spChg chg="add mod">
          <ac:chgData name="Leandre Gachet" userId="699b57a9-cf39-4118-976c-2a4cdd6e4f7d" providerId="ADAL" clId="{5A4BBD47-26AE-4270-B2FD-66CE706B90A3}" dt="2026-01-11T08:12:01.975" v="7364" actId="20577"/>
          <ac:spMkLst>
            <pc:docMk/>
            <pc:sldMk cId="4045681876" sldId="269"/>
            <ac:spMk id="10" creationId="{E76A2AD7-F0BF-4DAB-A7FF-E7A896F8F6CF}"/>
          </ac:spMkLst>
        </pc:spChg>
      </pc:sldChg>
      <pc:sldChg chg="add del">
        <pc:chgData name="Leandre Gachet" userId="699b57a9-cf39-4118-976c-2a4cdd6e4f7d" providerId="ADAL" clId="{5A4BBD47-26AE-4270-B2FD-66CE706B90A3}" dt="2026-01-11T08:31:31.679" v="7787" actId="47"/>
        <pc:sldMkLst>
          <pc:docMk/>
          <pc:sldMk cId="1632247703" sldId="270"/>
        </pc:sldMkLst>
      </pc:sldChg>
      <pc:sldChg chg="addSp delSp modSp add mod">
        <pc:chgData name="Leandre Gachet" userId="699b57a9-cf39-4118-976c-2a4cdd6e4f7d" providerId="ADAL" clId="{5A4BBD47-26AE-4270-B2FD-66CE706B90A3}" dt="2026-01-11T08:42:15.337" v="8041" actId="1076"/>
        <pc:sldMkLst>
          <pc:docMk/>
          <pc:sldMk cId="1746164868" sldId="270"/>
        </pc:sldMkLst>
        <pc:spChg chg="mod">
          <ac:chgData name="Leandre Gachet" userId="699b57a9-cf39-4118-976c-2a4cdd6e4f7d" providerId="ADAL" clId="{5A4BBD47-26AE-4270-B2FD-66CE706B90A3}" dt="2026-01-11T08:32:18.109" v="7830" actId="20577"/>
          <ac:spMkLst>
            <pc:docMk/>
            <pc:sldMk cId="1746164868" sldId="270"/>
            <ac:spMk id="6" creationId="{87892FAB-5A4D-4AFD-99F7-08803AF30E9C}"/>
          </ac:spMkLst>
        </pc:spChg>
        <pc:spChg chg="del">
          <ac:chgData name="Leandre Gachet" userId="699b57a9-cf39-4118-976c-2a4cdd6e4f7d" providerId="ADAL" clId="{5A4BBD47-26AE-4270-B2FD-66CE706B90A3}" dt="2026-01-11T08:33:18.959" v="7874" actId="478"/>
          <ac:spMkLst>
            <pc:docMk/>
            <pc:sldMk cId="1746164868" sldId="270"/>
            <ac:spMk id="9" creationId="{49C57A90-E989-43AC-B2A9-95481E493437}"/>
          </ac:spMkLst>
        </pc:spChg>
        <pc:spChg chg="del mod">
          <ac:chgData name="Leandre Gachet" userId="699b57a9-cf39-4118-976c-2a4cdd6e4f7d" providerId="ADAL" clId="{5A4BBD47-26AE-4270-B2FD-66CE706B90A3}" dt="2026-01-11T08:33:17.488" v="7873" actId="478"/>
          <ac:spMkLst>
            <pc:docMk/>
            <pc:sldMk cId="1746164868" sldId="270"/>
            <ac:spMk id="10" creationId="{233DCE8D-223C-44F5-B59D-1EA5E3CA6C20}"/>
          </ac:spMkLst>
        </pc:spChg>
        <pc:spChg chg="add mod">
          <ac:chgData name="Leandre Gachet" userId="699b57a9-cf39-4118-976c-2a4cdd6e4f7d" providerId="ADAL" clId="{5A4BBD47-26AE-4270-B2FD-66CE706B90A3}" dt="2026-01-11T08:42:15.337" v="8041" actId="1076"/>
          <ac:spMkLst>
            <pc:docMk/>
            <pc:sldMk cId="1746164868" sldId="270"/>
            <ac:spMk id="11" creationId="{5BF71900-CEE3-4D65-AA5E-338527E8E6C1}"/>
          </ac:spMkLst>
        </pc:spChg>
        <pc:graphicFrameChg chg="del">
          <ac:chgData name="Leandre Gachet" userId="699b57a9-cf39-4118-976c-2a4cdd6e4f7d" providerId="ADAL" clId="{5A4BBD47-26AE-4270-B2FD-66CE706B90A3}" dt="2026-01-11T08:39:22.515" v="8023" actId="478"/>
          <ac:graphicFrameMkLst>
            <pc:docMk/>
            <pc:sldMk cId="1746164868" sldId="270"/>
            <ac:graphicFrameMk id="8" creationId="{D26F9280-D8FB-4BDC-9E09-96715252504C}"/>
          </ac:graphicFrameMkLst>
        </pc:graphicFrameChg>
        <pc:picChg chg="add mod">
          <ac:chgData name="Leandre Gachet" userId="699b57a9-cf39-4118-976c-2a4cdd6e4f7d" providerId="ADAL" clId="{5A4BBD47-26AE-4270-B2FD-66CE706B90A3}" dt="2026-01-11T08:39:31.378" v="8026"/>
          <ac:picMkLst>
            <pc:docMk/>
            <pc:sldMk cId="1746164868" sldId="270"/>
            <ac:picMk id="12" creationId="{4039B566-5246-494A-AB61-0704B656C43E}"/>
          </ac:picMkLst>
        </pc:picChg>
      </pc:sldChg>
      <pc:sldChg chg="add del">
        <pc:chgData name="Leandre Gachet" userId="699b57a9-cf39-4118-976c-2a4cdd6e4f7d" providerId="ADAL" clId="{5A4BBD47-26AE-4270-B2FD-66CE706B90A3}" dt="2026-01-11T08:13:47.099" v="7380" actId="47"/>
        <pc:sldMkLst>
          <pc:docMk/>
          <pc:sldMk cId="3343704894" sldId="270"/>
        </pc:sldMkLst>
      </pc:sldChg>
      <pc:sldChg chg="addSp delSp modSp add mod">
        <pc:chgData name="Leandre Gachet" userId="699b57a9-cf39-4118-976c-2a4cdd6e4f7d" providerId="ADAL" clId="{5A4BBD47-26AE-4270-B2FD-66CE706B90A3}" dt="2026-01-11T09:24:26.952" v="8406" actId="1076"/>
        <pc:sldMkLst>
          <pc:docMk/>
          <pc:sldMk cId="976226778" sldId="271"/>
        </pc:sldMkLst>
        <pc:spChg chg="mod">
          <ac:chgData name="Leandre Gachet" userId="699b57a9-cf39-4118-976c-2a4cdd6e4f7d" providerId="ADAL" clId="{5A4BBD47-26AE-4270-B2FD-66CE706B90A3}" dt="2026-01-11T09:23:59.070" v="8399" actId="20577"/>
          <ac:spMkLst>
            <pc:docMk/>
            <pc:sldMk cId="976226778" sldId="271"/>
            <ac:spMk id="6" creationId="{87892FAB-5A4D-4AFD-99F7-08803AF30E9C}"/>
          </ac:spMkLst>
        </pc:spChg>
        <pc:spChg chg="del mod">
          <ac:chgData name="Leandre Gachet" userId="699b57a9-cf39-4118-976c-2a4cdd6e4f7d" providerId="ADAL" clId="{5A4BBD47-26AE-4270-B2FD-66CE706B90A3}" dt="2026-01-11T09:24:00.892" v="8400" actId="478"/>
          <ac:spMkLst>
            <pc:docMk/>
            <pc:sldMk cId="976226778" sldId="271"/>
            <ac:spMk id="11" creationId="{5BF71900-CEE3-4D65-AA5E-338527E8E6C1}"/>
          </ac:spMkLst>
        </pc:spChg>
        <pc:picChg chg="add del">
          <ac:chgData name="Leandre Gachet" userId="699b57a9-cf39-4118-976c-2a4cdd6e4f7d" providerId="ADAL" clId="{5A4BBD47-26AE-4270-B2FD-66CE706B90A3}" dt="2026-01-11T09:23:41.848" v="8370" actId="478"/>
          <ac:picMkLst>
            <pc:docMk/>
            <pc:sldMk cId="976226778" sldId="271"/>
            <ac:picMk id="3" creationId="{C61AB7C3-4497-46E5-AF4B-EDE3DB9EB5F0}"/>
          </ac:picMkLst>
        </pc:picChg>
        <pc:picChg chg="add del">
          <ac:chgData name="Leandre Gachet" userId="699b57a9-cf39-4118-976c-2a4cdd6e4f7d" providerId="ADAL" clId="{5A4BBD47-26AE-4270-B2FD-66CE706B90A3}" dt="2026-01-11T09:23:45.838" v="8372" actId="478"/>
          <ac:picMkLst>
            <pc:docMk/>
            <pc:sldMk cId="976226778" sldId="271"/>
            <ac:picMk id="5" creationId="{C0FD7647-F065-4976-846D-6193C5A30AD4}"/>
          </ac:picMkLst>
        </pc:picChg>
        <pc:picChg chg="add mod">
          <ac:chgData name="Leandre Gachet" userId="699b57a9-cf39-4118-976c-2a4cdd6e4f7d" providerId="ADAL" clId="{5A4BBD47-26AE-4270-B2FD-66CE706B90A3}" dt="2026-01-11T09:24:26.952" v="8406" actId="1076"/>
          <ac:picMkLst>
            <pc:docMk/>
            <pc:sldMk cId="976226778" sldId="271"/>
            <ac:picMk id="9" creationId="{376B2613-2359-49EB-973B-BC1CFA5B43B6}"/>
          </ac:picMkLst>
        </pc:picChg>
        <pc:picChg chg="del">
          <ac:chgData name="Leandre Gachet" userId="699b57a9-cf39-4118-976c-2a4cdd6e4f7d" providerId="ADAL" clId="{5A4BBD47-26AE-4270-B2FD-66CE706B90A3}" dt="2026-01-11T08:52:55.618" v="8138" actId="478"/>
          <ac:picMkLst>
            <pc:docMk/>
            <pc:sldMk cId="976226778" sldId="271"/>
            <ac:picMk id="12" creationId="{4039B566-5246-494A-AB61-0704B656C43E}"/>
          </ac:picMkLst>
        </pc:picChg>
        <pc:cxnChg chg="add del">
          <ac:chgData name="Leandre Gachet" userId="699b57a9-cf39-4118-976c-2a4cdd6e4f7d" providerId="ADAL" clId="{5A4BBD47-26AE-4270-B2FD-66CE706B90A3}" dt="2026-01-11T09:04:17.917" v="8145" actId="478"/>
          <ac:cxnSpMkLst>
            <pc:docMk/>
            <pc:sldMk cId="976226778" sldId="271"/>
            <ac:cxnSpMk id="7" creationId="{B1662FA8-EB88-4F0B-A8A6-D778B4DC1616}"/>
          </ac:cxnSpMkLst>
        </pc:cxnChg>
      </pc:sldChg>
      <pc:sldChg chg="modSp add mod">
        <pc:chgData name="Leandre Gachet" userId="699b57a9-cf39-4118-976c-2a4cdd6e4f7d" providerId="ADAL" clId="{5A4BBD47-26AE-4270-B2FD-66CE706B90A3}" dt="2026-01-11T09:40:07.360" v="8907" actId="20577"/>
        <pc:sldMkLst>
          <pc:docMk/>
          <pc:sldMk cId="4132120303" sldId="272"/>
        </pc:sldMkLst>
        <pc:spChg chg="mod">
          <ac:chgData name="Leandre Gachet" userId="699b57a9-cf39-4118-976c-2a4cdd6e4f7d" providerId="ADAL" clId="{5A4BBD47-26AE-4270-B2FD-66CE706B90A3}" dt="2026-01-11T09:40:07.360" v="8907" actId="20577"/>
          <ac:spMkLst>
            <pc:docMk/>
            <pc:sldMk cId="4132120303" sldId="272"/>
            <ac:spMk id="11" creationId="{5BF71900-CEE3-4D65-AA5E-338527E8E6C1}"/>
          </ac:spMkLst>
        </pc:spChg>
      </pc:sldChg>
      <pc:sldChg chg="add del">
        <pc:chgData name="Leandre Gachet" userId="699b57a9-cf39-4118-976c-2a4cdd6e4f7d" providerId="ADAL" clId="{5A4BBD47-26AE-4270-B2FD-66CE706B90A3}" dt="2026-01-11T09:24:02.742" v="8402"/>
        <pc:sldMkLst>
          <pc:docMk/>
          <pc:sldMk cId="898731692" sldId="273"/>
        </pc:sldMkLst>
      </pc:sldChg>
      <pc:sldChg chg="addSp delSp modSp add mod">
        <pc:chgData name="Leandre Gachet" userId="699b57a9-cf39-4118-976c-2a4cdd6e4f7d" providerId="ADAL" clId="{5A4BBD47-26AE-4270-B2FD-66CE706B90A3}" dt="2026-01-23T10:44:48.172" v="9290" actId="14100"/>
        <pc:sldMkLst>
          <pc:docMk/>
          <pc:sldMk cId="3566121227" sldId="273"/>
        </pc:sldMkLst>
        <pc:spChg chg="mod">
          <ac:chgData name="Leandre Gachet" userId="699b57a9-cf39-4118-976c-2a4cdd6e4f7d" providerId="ADAL" clId="{5A4BBD47-26AE-4270-B2FD-66CE706B90A3}" dt="2026-01-23T10:35:05.071" v="9137" actId="313"/>
          <ac:spMkLst>
            <pc:docMk/>
            <pc:sldMk cId="3566121227" sldId="273"/>
            <ac:spMk id="6" creationId="{87892FAB-5A4D-4AFD-99F7-08803AF30E9C}"/>
          </ac:spMkLst>
        </pc:spChg>
        <pc:spChg chg="mod">
          <ac:chgData name="Leandre Gachet" userId="699b57a9-cf39-4118-976c-2a4cdd6e4f7d" providerId="ADAL" clId="{5A4BBD47-26AE-4270-B2FD-66CE706B90A3}" dt="2026-01-23T10:25:09.041" v="8946" actId="20577"/>
          <ac:spMkLst>
            <pc:docMk/>
            <pc:sldMk cId="3566121227" sldId="273"/>
            <ac:spMk id="8" creationId="{4683B828-AA27-4A7F-B11F-615BCA954E54}"/>
          </ac:spMkLst>
        </pc:spChg>
        <pc:spChg chg="add del mod">
          <ac:chgData name="Leandre Gachet" userId="699b57a9-cf39-4118-976c-2a4cdd6e4f7d" providerId="ADAL" clId="{5A4BBD47-26AE-4270-B2FD-66CE706B90A3}" dt="2026-01-23T10:44:30.674" v="9288" actId="1076"/>
          <ac:spMkLst>
            <pc:docMk/>
            <pc:sldMk cId="3566121227" sldId="273"/>
            <ac:spMk id="9" creationId="{0A84AC79-37C3-436D-87E4-BA4EB8879A2A}"/>
          </ac:spMkLst>
        </pc:spChg>
        <pc:spChg chg="add mod">
          <ac:chgData name="Leandre Gachet" userId="699b57a9-cf39-4118-976c-2a4cdd6e4f7d" providerId="ADAL" clId="{5A4BBD47-26AE-4270-B2FD-66CE706B90A3}" dt="2026-01-23T10:44:48.172" v="9290" actId="14100"/>
          <ac:spMkLst>
            <pc:docMk/>
            <pc:sldMk cId="3566121227" sldId="273"/>
            <ac:spMk id="10" creationId="{D264E35E-E975-472D-963D-23E6DDEC812B}"/>
          </ac:spMkLst>
        </pc:spChg>
        <pc:spChg chg="add mod">
          <ac:chgData name="Leandre Gachet" userId="699b57a9-cf39-4118-976c-2a4cdd6e4f7d" providerId="ADAL" clId="{5A4BBD47-26AE-4270-B2FD-66CE706B90A3}" dt="2026-01-23T10:32:11.260" v="9060" actId="14100"/>
          <ac:spMkLst>
            <pc:docMk/>
            <pc:sldMk cId="3566121227" sldId="273"/>
            <ac:spMk id="12" creationId="{393C5FA2-6C91-4A0B-A1A9-0EFD2781E55A}"/>
          </ac:spMkLst>
        </pc:spChg>
      </pc:sldChg>
      <pc:sldChg chg="delSp modSp add mod ord setBg">
        <pc:chgData name="Leandre Gachet" userId="699b57a9-cf39-4118-976c-2a4cdd6e4f7d" providerId="ADAL" clId="{5A4BBD47-26AE-4270-B2FD-66CE706B90A3}" dt="2026-01-25T12:52:15.012" v="9340" actId="1076"/>
        <pc:sldMkLst>
          <pc:docMk/>
          <pc:sldMk cId="1497187887" sldId="274"/>
        </pc:sldMkLst>
        <pc:spChg chg="mod">
          <ac:chgData name="Leandre Gachet" userId="699b57a9-cf39-4118-976c-2a4cdd6e4f7d" providerId="ADAL" clId="{5A4BBD47-26AE-4270-B2FD-66CE706B90A3}" dt="2026-01-25T12:52:15.012" v="9340" actId="1076"/>
          <ac:spMkLst>
            <pc:docMk/>
            <pc:sldMk cId="1497187887" sldId="274"/>
            <ac:spMk id="4" creationId="{9F577C2A-F615-4F4E-A6F1-DBE3478B54D3}"/>
          </ac:spMkLst>
        </pc:spChg>
        <pc:spChg chg="del">
          <ac:chgData name="Leandre Gachet" userId="699b57a9-cf39-4118-976c-2a4cdd6e4f7d" providerId="ADAL" clId="{5A4BBD47-26AE-4270-B2FD-66CE706B90A3}" dt="2026-01-25T12:51:56.256" v="9306" actId="478"/>
          <ac:spMkLst>
            <pc:docMk/>
            <pc:sldMk cId="1497187887" sldId="274"/>
            <ac:spMk id="11" creationId="{C5669BC2-D959-43EE-B5A7-615FB63462CC}"/>
          </ac:spMkLst>
        </pc:spChg>
        <pc:spChg chg="del mod">
          <ac:chgData name="Leandre Gachet" userId="699b57a9-cf39-4118-976c-2a4cdd6e4f7d" providerId="ADAL" clId="{5A4BBD47-26AE-4270-B2FD-66CE706B90A3}" dt="2026-01-25T12:51:58.323" v="9308" actId="478"/>
          <ac:spMkLst>
            <pc:docMk/>
            <pc:sldMk cId="1497187887" sldId="274"/>
            <ac:spMk id="13" creationId="{3BA5A03B-0AFD-4206-8011-4ABF031562FF}"/>
          </ac:spMkLst>
        </pc:spChg>
        <pc:cxnChg chg="del">
          <ac:chgData name="Leandre Gachet" userId="699b57a9-cf39-4118-976c-2a4cdd6e4f7d" providerId="ADAL" clId="{5A4BBD47-26AE-4270-B2FD-66CE706B90A3}" dt="2026-01-25T12:52:01.425" v="9309" actId="478"/>
          <ac:cxnSpMkLst>
            <pc:docMk/>
            <pc:sldMk cId="1497187887" sldId="274"/>
            <ac:cxnSpMk id="10" creationId="{8C86B7D4-8570-4D20-8AFC-FEF9A4FAE1E6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0B532F1-EACF-4268-A16A-CB3EDE9498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BA225B-3ACB-4F21-B467-449681EC97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C06-76DF-4620-8B72-9BE08F9518DA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A5DFD2B-E96F-4CFD-9B39-7AAEE4D2CD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664737-985F-4E20-851A-8D3B8CCCA1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7277D-A384-4281-AF55-8B2829CBA8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182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26B21-F361-427E-975F-E9A195A40C9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F054A-037C-4743-B627-49F1937E94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94780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9D2A35-CA4E-4BB5-8CDD-B6D566B5E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65F3ED-36DD-4E64-ACB4-B2866B2C9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8FDBA6-F4D1-426B-970C-40C1A7A4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226E8-7B5B-44F6-9F24-CB50BAB5AE3A}" type="datetime1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291FA2-7A63-4B29-B088-E628D81E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0E629B-3365-428F-B247-544DD5C7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91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F032B-68A2-44F1-9A01-A73FA50A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EDA6E-6FB6-4BBD-81FC-1A76314DB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737D9B-8E15-4A3A-B6B9-22C5E579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A2E6A-5706-459A-9903-D1B712C2272F}" type="datetime1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50E225-A616-453E-8A4D-78EB56F3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2FAC14-063C-4AFD-A766-ED65E7C4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58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9BD17-7ECC-4701-AF98-BB22D111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7E100E-47D1-4591-A991-05FAE741F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9AE2A-E4DD-4E0B-9E70-5219DB0A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B59E7-BFB5-4CD4-AB26-5FD54D3BBC27}" type="datetime1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DF9EAF-E231-4FDD-8250-A0B3153C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A3BCA1-8900-41C8-8B04-BBEFA397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85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ED9D1-48F4-492C-8F44-00C0E2AA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9964A0-3AF8-4578-BBEF-C5F999E23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9E813B-3562-49DF-BD69-E279FEF9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596A52-8A7D-470F-9443-82CAC47A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1935-0B8A-412A-AA89-1121927BF554}" type="datetime1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F90F3F-7575-46E4-B279-3C9F0D43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D528E5-06A3-449B-8196-37C61619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211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527B67-48F7-439D-A064-F02A4965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03F902-286E-43D3-AA37-736B3C2F2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A3D122-9BA3-430F-9844-F451C7E02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06849C-9DC6-455F-A9CE-A85D42A3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FB1207-614B-4CE8-8579-11D9CB484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A0FDF1-D832-45F9-86D7-73BC2706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1840-FE3E-439A-90D8-4EEB9C066039}" type="datetime1">
              <a:rPr lang="fr-FR" smtClean="0"/>
              <a:t>25/01/2026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661F21-F7EB-47A5-B42E-9E45FD9B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53413FD-8ED7-4122-B5B6-E186A2AA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79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55018-F0DB-4785-BB34-AF745FB9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3D02DF-DE83-4385-8530-5886C955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D4833-F887-4DC9-9E6A-70BAFB5A545F}" type="datetime1">
              <a:rPr lang="fr-FR" smtClean="0"/>
              <a:t>25/01/2026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8FA18E-87B2-46AA-9D58-C5A389A2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00E8EC-A933-40EE-89B2-C8BB641D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23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CEB9387-0401-4382-9977-DD372705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00CE-6283-46C3-8450-B65FE3F1D06D}" type="datetime1">
              <a:rPr lang="fr-FR" smtClean="0"/>
              <a:t>25/01/2026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0E7D076-B463-4C4B-B049-CA1C4ED4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7FB5E6-8947-4163-9291-45048579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25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61277-417B-45D8-A1C2-3D4A605A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B3EBB-9555-4845-94F2-C11FA5597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5863B8-2631-458E-A9EE-024319F90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763FE7-66BF-475B-8337-77F34E07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9A97-00AD-4E64-9186-1BF24BB82A6E}" type="datetime1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6923C2-4491-468B-83B4-E88C654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D797F7-A53D-4905-B42F-2E14EC9E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429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3F534-CF25-4807-B601-612CD328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3BE7A3-5DC9-46F1-88EC-2A737BDE2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57C677-E03D-4A16-9B30-3F78E946C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8E7B1F-CDEA-47B9-A4F0-F8F942EC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FAD3-4ED1-40FB-AB43-B705E9FA6D7A}" type="datetime1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955176-56DF-4E41-B18A-62F70E87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482875-F821-496A-87DF-B2E61372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3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F3272-A2FA-4EDF-A076-C623670D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EE3AE5-9BBA-4D2D-A6EE-DE7FF8118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0F1E6B-5A6D-4556-BA53-4986F1E1A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DCF97-F132-4949-8F6B-B0905C6FD5A6}" type="datetime1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3FC7FC-2016-4A5B-B9F7-C3C58059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F0D35D-23C6-498A-AD23-3761736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11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762E9B9-2385-4DED-9ACE-89C405C87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8518D6-EF11-4023-8A42-B3845C45A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CF7F2D-8CEA-4665-BF58-725B75D8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097D-9150-4B65-86E7-2CA38FFC2B2F}" type="datetime1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F855C0-714F-4975-A3EE-D465E71A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AA909C-4DC8-4BA0-9F09-C89A9939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56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C42C73-5076-4B46-9C47-14C64751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311510-CF44-4749-8BDA-B2148FF1C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C101CC-F165-4849-B5A0-23DC29556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A5575-AB2E-4945-8EED-4CDF176D4118}" type="datetime1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819324-7F78-41EA-B83A-CEB892656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D875D0-288E-4C83-BD13-5F945554D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AB88F-BFD9-43C3-AF9B-C45D62874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75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F577C2A-F615-4F4E-A6F1-DBE3478B54D3}"/>
              </a:ext>
            </a:extLst>
          </p:cNvPr>
          <p:cNvSpPr txBox="1"/>
          <p:nvPr/>
        </p:nvSpPr>
        <p:spPr>
          <a:xfrm>
            <a:off x="548486" y="2519842"/>
            <a:ext cx="59393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8CC490"/>
                </a:solidFill>
              </a:rPr>
              <a:t>Projet de détection de fraude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24DD9E-B6B7-4E47-B7CE-2A0B9BD95A4B}"/>
              </a:ext>
            </a:extLst>
          </p:cNvPr>
          <p:cNvSpPr/>
          <p:nvPr/>
        </p:nvSpPr>
        <p:spPr>
          <a:xfrm rot="2419285">
            <a:off x="3781019" y="1813571"/>
            <a:ext cx="8172861" cy="942627"/>
          </a:xfrm>
          <a:prstGeom prst="rect">
            <a:avLst/>
          </a:prstGeom>
          <a:solidFill>
            <a:srgbClr val="83D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28CC0C-B864-4D93-AC66-1E8DA62B7A33}"/>
              </a:ext>
            </a:extLst>
          </p:cNvPr>
          <p:cNvSpPr/>
          <p:nvPr/>
        </p:nvSpPr>
        <p:spPr>
          <a:xfrm rot="7783452">
            <a:off x="7624798" y="5307537"/>
            <a:ext cx="3882974" cy="1046961"/>
          </a:xfrm>
          <a:prstGeom prst="rect">
            <a:avLst/>
          </a:prstGeom>
          <a:solidFill>
            <a:srgbClr val="83D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C86B7D4-8570-4D20-8AFC-FEF9A4FAE1E6}"/>
              </a:ext>
            </a:extLst>
          </p:cNvPr>
          <p:cNvCxnSpPr>
            <a:cxnSpLocks/>
          </p:cNvCxnSpPr>
          <p:nvPr/>
        </p:nvCxnSpPr>
        <p:spPr>
          <a:xfrm flipV="1">
            <a:off x="808522" y="3166173"/>
            <a:ext cx="2700000" cy="0"/>
          </a:xfrm>
          <a:prstGeom prst="line">
            <a:avLst/>
          </a:prstGeom>
          <a:ln w="38100">
            <a:solidFill>
              <a:srgbClr val="8CC49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C5669BC2-D959-43EE-B5A7-615FB63462CC}"/>
              </a:ext>
            </a:extLst>
          </p:cNvPr>
          <p:cNvSpPr txBox="1"/>
          <p:nvPr/>
        </p:nvSpPr>
        <p:spPr>
          <a:xfrm>
            <a:off x="808522" y="3433207"/>
            <a:ext cx="80563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Enquête sur le comportement d’achat </a:t>
            </a:r>
          </a:p>
          <a:p>
            <a:r>
              <a:rPr lang="fr-FR" sz="3200" dirty="0"/>
              <a:t>à partir des données de panier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BA5A03B-0AFD-4206-8011-4ABF031562FF}"/>
              </a:ext>
            </a:extLst>
          </p:cNvPr>
          <p:cNvSpPr txBox="1"/>
          <p:nvPr/>
        </p:nvSpPr>
        <p:spPr>
          <a:xfrm>
            <a:off x="808522" y="4969961"/>
            <a:ext cx="805634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fr-FR" sz="2000" dirty="0"/>
              <a:t>Léandre Gachet</a:t>
            </a:r>
          </a:p>
          <a:p>
            <a:pPr>
              <a:spcAft>
                <a:spcPts val="200"/>
              </a:spcAft>
            </a:pPr>
            <a:r>
              <a:rPr lang="fr-FR" sz="2000" dirty="0"/>
              <a:t>Projet Machine Learning, basé sur le challenge des données BNP Paribas</a:t>
            </a:r>
          </a:p>
          <a:p>
            <a:pPr>
              <a:spcAft>
                <a:spcPts val="200"/>
              </a:spcAft>
            </a:pPr>
            <a:r>
              <a:rPr lang="fr-FR" sz="2000" dirty="0"/>
              <a:t>26 janvier 2026</a:t>
            </a:r>
          </a:p>
          <a:p>
            <a:pPr>
              <a:spcAft>
                <a:spcPts val="200"/>
              </a:spcAft>
            </a:pPr>
            <a:r>
              <a:rPr lang="fr-FR" sz="2000" dirty="0"/>
              <a:t>Superviseurs : Véronique THELEN &amp; Alexis GAILLARD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B802F40-E3AE-458B-98AE-237D6CC5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41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FD88D63-3F95-4B47-95D0-0B50550E8BF0}"/>
              </a:ext>
            </a:extLst>
          </p:cNvPr>
          <p:cNvSpPr/>
          <p:nvPr/>
        </p:nvSpPr>
        <p:spPr>
          <a:xfrm>
            <a:off x="779646" y="3469369"/>
            <a:ext cx="9500135" cy="658972"/>
          </a:xfrm>
          <a:prstGeom prst="rect">
            <a:avLst/>
          </a:prstGeom>
          <a:solidFill>
            <a:srgbClr val="E7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Mission : identifier la fraude dans la masse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3A6428-6F85-4944-9D26-CF410EE91057}"/>
              </a:ext>
            </a:extLst>
          </p:cNvPr>
          <p:cNvSpPr/>
          <p:nvPr/>
        </p:nvSpPr>
        <p:spPr>
          <a:xfrm>
            <a:off x="779646" y="4848495"/>
            <a:ext cx="9500135" cy="1182268"/>
          </a:xfrm>
          <a:prstGeom prst="rect">
            <a:avLst/>
          </a:prstGeom>
          <a:solidFill>
            <a:srgbClr val="E7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BCE4DA-43B3-4C33-9079-3D19EF41CE59}"/>
              </a:ext>
            </a:extLst>
          </p:cNvPr>
          <p:cNvSpPr txBox="1"/>
          <p:nvPr/>
        </p:nvSpPr>
        <p:spPr>
          <a:xfrm>
            <a:off x="808528" y="3058643"/>
            <a:ext cx="2059800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Contrainte majeure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44E2F5A-6877-4A4C-A963-C8D34E62A2CD}"/>
              </a:ext>
            </a:extLst>
          </p:cNvPr>
          <p:cNvSpPr txBox="1"/>
          <p:nvPr/>
        </p:nvSpPr>
        <p:spPr>
          <a:xfrm>
            <a:off x="2473697" y="3578609"/>
            <a:ext cx="770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Sur 92 790 transactions analysée,  seulement 1,42 %</a:t>
            </a:r>
            <a:r>
              <a:rPr lang="fr-FR" b="1" dirty="0"/>
              <a:t> </a:t>
            </a:r>
            <a:r>
              <a:rPr lang="fr-FR" dirty="0"/>
              <a:t>sont des fraudes.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B374F01-25E9-4A78-96F6-8405DCEE841E}"/>
              </a:ext>
            </a:extLst>
          </p:cNvPr>
          <p:cNvSpPr txBox="1"/>
          <p:nvPr/>
        </p:nvSpPr>
        <p:spPr>
          <a:xfrm>
            <a:off x="808528" y="4446668"/>
            <a:ext cx="750766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Enjeu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4D8DCD7-2BA3-4922-899F-5B39B7B9D6BC}"/>
              </a:ext>
            </a:extLst>
          </p:cNvPr>
          <p:cNvSpPr txBox="1"/>
          <p:nvPr/>
        </p:nvSpPr>
        <p:spPr>
          <a:xfrm>
            <a:off x="2473696" y="4967271"/>
            <a:ext cx="7700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 modèle naïf se contenterait de tout prédire comme "non-fraude" et obtiendrait 98,58 % de précision, tout en étant inutile. L’enjeu est de trouver les éléments qui démasquent les fraudeurs.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5BD202-15FF-4D10-9510-4BA780380EC2}"/>
              </a:ext>
            </a:extLst>
          </p:cNvPr>
          <p:cNvSpPr/>
          <p:nvPr/>
        </p:nvSpPr>
        <p:spPr>
          <a:xfrm>
            <a:off x="779646" y="1739188"/>
            <a:ext cx="9500135" cy="987783"/>
          </a:xfrm>
          <a:prstGeom prst="rect">
            <a:avLst/>
          </a:prstGeom>
          <a:solidFill>
            <a:srgbClr val="E7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71693ED-14CA-4B8E-817D-99351B7A9BED}"/>
              </a:ext>
            </a:extLst>
          </p:cNvPr>
          <p:cNvSpPr txBox="1"/>
          <p:nvPr/>
        </p:nvSpPr>
        <p:spPr>
          <a:xfrm>
            <a:off x="2473698" y="1846867"/>
            <a:ext cx="770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Développer un modèle de machine </a:t>
            </a:r>
            <a:r>
              <a:rPr lang="fr-FR" dirty="0" err="1"/>
              <a:t>learning</a:t>
            </a:r>
            <a:r>
              <a:rPr lang="fr-FR" dirty="0"/>
              <a:t> capable de détecter les transactions frauduleuses en se basant uniquement sur les données du panier client.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CC35C7-26F8-45CF-A3C6-42884B3E3B02}"/>
              </a:ext>
            </a:extLst>
          </p:cNvPr>
          <p:cNvSpPr/>
          <p:nvPr/>
        </p:nvSpPr>
        <p:spPr>
          <a:xfrm>
            <a:off x="1624266" y="5795096"/>
            <a:ext cx="300786" cy="720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9C672F2-0CC7-4129-BB95-6B7866F6A316}"/>
              </a:ext>
            </a:extLst>
          </p:cNvPr>
          <p:cNvSpPr txBox="1"/>
          <p:nvPr/>
        </p:nvSpPr>
        <p:spPr>
          <a:xfrm>
            <a:off x="868683" y="3508404"/>
            <a:ext cx="1414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/>
              <a:t>1,42 %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8CDD333-8215-4386-AF27-88B706D0357C}"/>
              </a:ext>
            </a:extLst>
          </p:cNvPr>
          <p:cNvCxnSpPr>
            <a:cxnSpLocks/>
          </p:cNvCxnSpPr>
          <p:nvPr/>
        </p:nvCxnSpPr>
        <p:spPr>
          <a:xfrm>
            <a:off x="1029902" y="4870381"/>
            <a:ext cx="0" cy="1020278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281F80A7-CDD1-4825-8716-5FDA82839E92}"/>
              </a:ext>
            </a:extLst>
          </p:cNvPr>
          <p:cNvCxnSpPr>
            <a:cxnSpLocks/>
          </p:cNvCxnSpPr>
          <p:nvPr/>
        </p:nvCxnSpPr>
        <p:spPr>
          <a:xfrm>
            <a:off x="1029902" y="5890659"/>
            <a:ext cx="1044341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FE6515C-5CA2-4517-8566-F7699113FCFB}"/>
              </a:ext>
            </a:extLst>
          </p:cNvPr>
          <p:cNvSpPr/>
          <p:nvPr/>
        </p:nvSpPr>
        <p:spPr>
          <a:xfrm>
            <a:off x="1176690" y="4957704"/>
            <a:ext cx="300786" cy="92333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3BB87DF-31F8-4685-9CF4-7FC384971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14" y="1484024"/>
            <a:ext cx="1492266" cy="149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2410AA53-4A8A-46CF-BE26-8D09415B1734}"/>
              </a:ext>
            </a:extLst>
          </p:cNvPr>
          <p:cNvSpPr/>
          <p:nvPr/>
        </p:nvSpPr>
        <p:spPr>
          <a:xfrm>
            <a:off x="2283596" y="1846867"/>
            <a:ext cx="72000" cy="79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16F239F9-2929-4650-A482-6D83B4F1759B}"/>
              </a:ext>
            </a:extLst>
          </p:cNvPr>
          <p:cNvSpPr/>
          <p:nvPr/>
        </p:nvSpPr>
        <p:spPr>
          <a:xfrm>
            <a:off x="2283596" y="3509813"/>
            <a:ext cx="72000" cy="54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6527634-32FB-454E-8493-BC5643D1F2D8}"/>
              </a:ext>
            </a:extLst>
          </p:cNvPr>
          <p:cNvSpPr/>
          <p:nvPr/>
        </p:nvSpPr>
        <p:spPr>
          <a:xfrm>
            <a:off x="2283596" y="4956174"/>
            <a:ext cx="72000" cy="97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37103FC3-8752-482F-9619-B5EFF9D62536}"/>
              </a:ext>
            </a:extLst>
          </p:cNvPr>
          <p:cNvSpPr txBox="1"/>
          <p:nvPr/>
        </p:nvSpPr>
        <p:spPr>
          <a:xfrm>
            <a:off x="808528" y="1332890"/>
            <a:ext cx="972148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Objectif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EAAC9F-4AF7-4493-B0F5-8208E361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34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Présentation des données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5" name="Tableau 7">
            <a:extLst>
              <a:ext uri="{FF2B5EF4-FFF2-40B4-BE49-F238E27FC236}">
                <a16:creationId xmlns:a16="http://schemas.microsoft.com/office/drawing/2014/main" id="{FF7BEC0A-49D7-4F85-A6AD-44A3C0C7E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073361"/>
              </p:ext>
            </p:extLst>
          </p:nvPr>
        </p:nvGraphicFramePr>
        <p:xfrm>
          <a:off x="346510" y="1383810"/>
          <a:ext cx="11444437" cy="1112520"/>
        </p:xfrm>
        <a:graphic>
          <a:graphicData uri="http://schemas.openxmlformats.org/drawingml/2006/table">
            <a:tbl>
              <a:tblPr firstCol="1">
                <a:tableStyleId>{5940675A-B579-460E-94D1-54222C63F5DA}</a:tableStyleId>
              </a:tblPr>
              <a:tblGrid>
                <a:gridCol w="1309035">
                  <a:extLst>
                    <a:ext uri="{9D8B030D-6E8A-4147-A177-3AD203B41FA5}">
                      <a16:colId xmlns:a16="http://schemas.microsoft.com/office/drawing/2014/main" val="2097792860"/>
                    </a:ext>
                  </a:extLst>
                </a:gridCol>
                <a:gridCol w="1164657">
                  <a:extLst>
                    <a:ext uri="{9D8B030D-6E8A-4147-A177-3AD203B41FA5}">
                      <a16:colId xmlns:a16="http://schemas.microsoft.com/office/drawing/2014/main" val="722318389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3530284286"/>
                    </a:ext>
                  </a:extLst>
                </a:gridCol>
                <a:gridCol w="2714324">
                  <a:extLst>
                    <a:ext uri="{9D8B030D-6E8A-4147-A177-3AD203B41FA5}">
                      <a16:colId xmlns:a16="http://schemas.microsoft.com/office/drawing/2014/main" val="664464227"/>
                    </a:ext>
                  </a:extLst>
                </a:gridCol>
                <a:gridCol w="1790299">
                  <a:extLst>
                    <a:ext uri="{9D8B030D-6E8A-4147-A177-3AD203B41FA5}">
                      <a16:colId xmlns:a16="http://schemas.microsoft.com/office/drawing/2014/main" val="3982524864"/>
                    </a:ext>
                  </a:extLst>
                </a:gridCol>
                <a:gridCol w="2897204">
                  <a:extLst>
                    <a:ext uri="{9D8B030D-6E8A-4147-A177-3AD203B41FA5}">
                      <a16:colId xmlns:a16="http://schemas.microsoft.com/office/drawing/2014/main" val="366086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Variable</a:t>
                      </a:r>
                    </a:p>
                  </a:txBody>
                  <a:tcPr>
                    <a:solidFill>
                      <a:srgbClr val="1893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Item1, Item2…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cash_price1, cash_price2...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Make1, Make2…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model1, model2…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2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solidFill>
                      <a:srgbClr val="1893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Identifiant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Catégorie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Prix (en monnaie locale)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Fabricant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Modèle spécifique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9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Exemple</a:t>
                      </a:r>
                    </a:p>
                  </a:txBody>
                  <a:tcPr>
                    <a:solidFill>
                      <a:srgbClr val="1893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86994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Ordinateur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1187.0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Apple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APPLE MACBOOK PRO 13’’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470356"/>
                  </a:ext>
                </a:extLst>
              </a:tr>
            </a:tbl>
          </a:graphicData>
        </a:graphic>
      </p:graphicFrame>
      <p:graphicFrame>
        <p:nvGraphicFramePr>
          <p:cNvPr id="22" name="Tableau 7">
            <a:extLst>
              <a:ext uri="{FF2B5EF4-FFF2-40B4-BE49-F238E27FC236}">
                <a16:creationId xmlns:a16="http://schemas.microsoft.com/office/drawing/2014/main" id="{F61687B9-8972-4BFF-81C1-8AF79C951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351221"/>
              </p:ext>
            </p:extLst>
          </p:nvPr>
        </p:nvGraphicFramePr>
        <p:xfrm>
          <a:off x="346509" y="3132620"/>
          <a:ext cx="11444435" cy="1112520"/>
        </p:xfrm>
        <a:graphic>
          <a:graphicData uri="http://schemas.openxmlformats.org/drawingml/2006/table">
            <a:tbl>
              <a:tblPr firstCol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97792860"/>
                    </a:ext>
                  </a:extLst>
                </a:gridCol>
                <a:gridCol w="2964582">
                  <a:extLst>
                    <a:ext uri="{9D8B030D-6E8A-4147-A177-3AD203B41FA5}">
                      <a16:colId xmlns:a16="http://schemas.microsoft.com/office/drawing/2014/main" val="722318389"/>
                    </a:ext>
                  </a:extLst>
                </a:gridCol>
                <a:gridCol w="4860757">
                  <a:extLst>
                    <a:ext uri="{9D8B030D-6E8A-4147-A177-3AD203B41FA5}">
                      <a16:colId xmlns:a16="http://schemas.microsoft.com/office/drawing/2014/main" val="3530284286"/>
                    </a:ext>
                  </a:extLst>
                </a:gridCol>
                <a:gridCol w="2338936">
                  <a:extLst>
                    <a:ext uri="{9D8B030D-6E8A-4147-A177-3AD203B41FA5}">
                      <a16:colId xmlns:a16="http://schemas.microsoft.com/office/drawing/2014/main" val="366086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Variable</a:t>
                      </a:r>
                    </a:p>
                  </a:txBody>
                  <a:tcPr>
                    <a:solidFill>
                      <a:srgbClr val="1893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goods_code1, goods_code2…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Nbr_of_prod_purchas1, Nbr_of_prod_purchas2…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Nb_of_items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2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solidFill>
                      <a:srgbClr val="1893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du produit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Nombre de ce produit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Nombre dans panier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9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Exemple</a:t>
                      </a:r>
                    </a:p>
                  </a:txBody>
                  <a:tcPr>
                    <a:solidFill>
                      <a:srgbClr val="1893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240382074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470356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5FC0FA08-C8FE-4BE2-8141-D7980AABE230}"/>
              </a:ext>
            </a:extLst>
          </p:cNvPr>
          <p:cNvSpPr txBox="1"/>
          <p:nvPr/>
        </p:nvSpPr>
        <p:spPr>
          <a:xfrm>
            <a:off x="346509" y="4911727"/>
            <a:ext cx="1819175" cy="369332"/>
          </a:xfrm>
          <a:prstGeom prst="rect">
            <a:avLst/>
          </a:prstGeom>
          <a:solidFill>
            <a:srgbClr val="5DCD4D"/>
          </a:solidFill>
        </p:spPr>
        <p:txBody>
          <a:bodyPr wrap="square" rtlCol="0">
            <a:spAutoFit/>
          </a:bodyPr>
          <a:lstStyle/>
          <a:p>
            <a:r>
              <a:rPr lang="fr-FR" b="1" dirty="0"/>
              <a:t>Dimension totale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65D5F6B-B6E7-4F10-B0CB-EF1CD0A95A46}"/>
              </a:ext>
            </a:extLst>
          </p:cNvPr>
          <p:cNvSpPr txBox="1"/>
          <p:nvPr/>
        </p:nvSpPr>
        <p:spPr>
          <a:xfrm>
            <a:off x="2165684" y="4913695"/>
            <a:ext cx="2964581" cy="367364"/>
          </a:xfrm>
          <a:prstGeom prst="rect">
            <a:avLst/>
          </a:prstGeom>
          <a:solidFill>
            <a:srgbClr val="DCF5D8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92 720 lignes et 148 colonnes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B439C1-B96C-4F8E-9D6E-79D4AC43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3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Organiser les données brutes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71693ED-14CA-4B8E-817D-99351B7A9BED}"/>
              </a:ext>
            </a:extLst>
          </p:cNvPr>
          <p:cNvSpPr txBox="1"/>
          <p:nvPr/>
        </p:nvSpPr>
        <p:spPr>
          <a:xfrm>
            <a:off x="240637" y="1384860"/>
            <a:ext cx="6583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Données brutes : 1 panier = 1 ligne X 147 colonnes</a:t>
            </a:r>
          </a:p>
          <a:p>
            <a:r>
              <a:rPr lang="fr-FR" dirty="0"/>
              <a:t>-&gt; Problème : analyse par article difficile</a:t>
            </a:r>
          </a:p>
          <a:p>
            <a:endParaRPr lang="fr-FR" dirty="0"/>
          </a:p>
          <a:p>
            <a:r>
              <a:rPr lang="fr-FR" dirty="0"/>
              <a:t>Stratégie : du format "large" au format "long" </a:t>
            </a:r>
          </a:p>
          <a:p>
            <a:r>
              <a:rPr lang="fr-FR" dirty="0"/>
              <a:t>-&gt; Restructurer les données pour obtenir une ligne par article acheté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FAA20738-206D-4987-9A2A-B51AE4022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603471"/>
              </p:ext>
            </p:extLst>
          </p:nvPr>
        </p:nvGraphicFramePr>
        <p:xfrm>
          <a:off x="2008692" y="3229008"/>
          <a:ext cx="6599287" cy="741680"/>
        </p:xfrm>
        <a:graphic>
          <a:graphicData uri="http://schemas.openxmlformats.org/drawingml/2006/table">
            <a:tbl>
              <a:tblPr firstCol="1">
                <a:tableStyleId>{5940675A-B579-460E-94D1-54222C63F5DA}</a:tableStyleId>
              </a:tblPr>
              <a:tblGrid>
                <a:gridCol w="779642">
                  <a:extLst>
                    <a:ext uri="{9D8B030D-6E8A-4147-A177-3AD203B41FA5}">
                      <a16:colId xmlns:a16="http://schemas.microsoft.com/office/drawing/2014/main" val="722318389"/>
                    </a:ext>
                  </a:extLst>
                </a:gridCol>
                <a:gridCol w="1212783">
                  <a:extLst>
                    <a:ext uri="{9D8B030D-6E8A-4147-A177-3AD203B41FA5}">
                      <a16:colId xmlns:a16="http://schemas.microsoft.com/office/drawing/2014/main" val="3530284286"/>
                    </a:ext>
                  </a:extLst>
                </a:gridCol>
                <a:gridCol w="1116531">
                  <a:extLst>
                    <a:ext uri="{9D8B030D-6E8A-4147-A177-3AD203B41FA5}">
                      <a16:colId xmlns:a16="http://schemas.microsoft.com/office/drawing/2014/main" val="664464227"/>
                    </a:ext>
                  </a:extLst>
                </a:gridCol>
                <a:gridCol w="394635">
                  <a:extLst>
                    <a:ext uri="{9D8B030D-6E8A-4147-A177-3AD203B41FA5}">
                      <a16:colId xmlns:a16="http://schemas.microsoft.com/office/drawing/2014/main" val="3982524864"/>
                    </a:ext>
                  </a:extLst>
                </a:gridCol>
                <a:gridCol w="1337912">
                  <a:extLst>
                    <a:ext uri="{9D8B030D-6E8A-4147-A177-3AD203B41FA5}">
                      <a16:colId xmlns:a16="http://schemas.microsoft.com/office/drawing/2014/main" val="3660862243"/>
                    </a:ext>
                  </a:extLst>
                </a:gridCol>
                <a:gridCol w="1414914">
                  <a:extLst>
                    <a:ext uri="{9D8B030D-6E8A-4147-A177-3AD203B41FA5}">
                      <a16:colId xmlns:a16="http://schemas.microsoft.com/office/drawing/2014/main" val="1647165172"/>
                    </a:ext>
                  </a:extLst>
                </a:gridCol>
                <a:gridCol w="342870">
                  <a:extLst>
                    <a:ext uri="{9D8B030D-6E8A-4147-A177-3AD203B41FA5}">
                      <a16:colId xmlns:a16="http://schemas.microsoft.com/office/drawing/2014/main" val="740032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Item1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Item2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cash_price1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cash_price2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2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86994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Ordinateur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Télévision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1209.0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1876.0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470356"/>
                  </a:ext>
                </a:extLst>
              </a:tr>
            </a:tbl>
          </a:graphicData>
        </a:graphic>
      </p:graphicFrame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9E82DE78-31D7-4E3A-AC11-31AF96EC7F32}"/>
              </a:ext>
            </a:extLst>
          </p:cNvPr>
          <p:cNvSpPr/>
          <p:nvPr/>
        </p:nvSpPr>
        <p:spPr>
          <a:xfrm rot="5400000">
            <a:off x="4985891" y="4128783"/>
            <a:ext cx="644893" cy="650243"/>
          </a:xfrm>
          <a:prstGeom prst="rightArrow">
            <a:avLst/>
          </a:prstGeom>
          <a:solidFill>
            <a:srgbClr val="255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90053DE2-3A93-43C7-8122-D1AD1A98C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45526"/>
              </p:ext>
            </p:extLst>
          </p:nvPr>
        </p:nvGraphicFramePr>
        <p:xfrm>
          <a:off x="3253345" y="4937121"/>
          <a:ext cx="4109983" cy="1107440"/>
        </p:xfrm>
        <a:graphic>
          <a:graphicData uri="http://schemas.openxmlformats.org/drawingml/2006/table">
            <a:tbl>
              <a:tblPr firstCol="1">
                <a:tableStyleId>{5940675A-B579-460E-94D1-54222C63F5DA}</a:tableStyleId>
              </a:tblPr>
              <a:tblGrid>
                <a:gridCol w="1164657">
                  <a:extLst>
                    <a:ext uri="{9D8B030D-6E8A-4147-A177-3AD203B41FA5}">
                      <a16:colId xmlns:a16="http://schemas.microsoft.com/office/drawing/2014/main" val="722318389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3530284286"/>
                    </a:ext>
                  </a:extLst>
                </a:gridCol>
                <a:gridCol w="943271">
                  <a:extLst>
                    <a:ext uri="{9D8B030D-6E8A-4147-A177-3AD203B41FA5}">
                      <a16:colId xmlns:a16="http://schemas.microsoft.com/office/drawing/2014/main" val="664464227"/>
                    </a:ext>
                  </a:extLst>
                </a:gridCol>
                <a:gridCol w="433137">
                  <a:extLst>
                    <a:ext uri="{9D8B030D-6E8A-4147-A177-3AD203B41FA5}">
                      <a16:colId xmlns:a16="http://schemas.microsoft.com/office/drawing/2014/main" val="3982524864"/>
                    </a:ext>
                  </a:extLst>
                </a:gridCol>
              </a:tblGrid>
              <a:tr h="237674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Prix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2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86994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Ordinateur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1209.0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9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86994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Télévision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1876.0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solidFill>
                      <a:srgbClr val="E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470356"/>
                  </a:ext>
                </a:extLst>
              </a:tr>
            </a:tbl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037753-B718-4DFB-9573-1DBCC861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17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Créer de nouvelles variables : agrégations statistiques et vectorisation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A84AC79-37C3-436D-87E4-BA4EB8879A2A}"/>
              </a:ext>
            </a:extLst>
          </p:cNvPr>
          <p:cNvSpPr txBox="1"/>
          <p:nvPr/>
        </p:nvSpPr>
        <p:spPr>
          <a:xfrm>
            <a:off x="808528" y="1779490"/>
            <a:ext cx="876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Prix -&gt; </a:t>
            </a:r>
            <a:r>
              <a:rPr lang="en-US" dirty="0" err="1"/>
              <a:t>price_sum</a:t>
            </a:r>
            <a:r>
              <a:rPr lang="en-US" dirty="0"/>
              <a:t> - </a:t>
            </a:r>
            <a:r>
              <a:rPr lang="en-US" dirty="0" err="1"/>
              <a:t>price_max</a:t>
            </a:r>
            <a:r>
              <a:rPr lang="en-US" dirty="0"/>
              <a:t> - </a:t>
            </a:r>
            <a:r>
              <a:rPr lang="en-US" dirty="0" err="1"/>
              <a:t>price_min</a:t>
            </a:r>
            <a:r>
              <a:rPr lang="en-US" dirty="0"/>
              <a:t> - </a:t>
            </a:r>
            <a:r>
              <a:rPr lang="en-US" dirty="0" err="1"/>
              <a:t>price_mean</a:t>
            </a:r>
            <a:r>
              <a:rPr lang="en-US" dirty="0"/>
              <a:t> - </a:t>
            </a:r>
            <a:r>
              <a:rPr lang="en-US" dirty="0" err="1"/>
              <a:t>price_std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808528" y="1332890"/>
            <a:ext cx="2974200" cy="369325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La division de la variable prix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9229295-5994-4658-8A6A-BB0CBA3D746D}"/>
              </a:ext>
            </a:extLst>
          </p:cNvPr>
          <p:cNvSpPr txBox="1"/>
          <p:nvPr/>
        </p:nvSpPr>
        <p:spPr>
          <a:xfrm>
            <a:off x="808527" y="2509899"/>
            <a:ext cx="4822251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La division des catégories, fabricants et modèles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78FFCD0-24AF-4544-8048-0C78BC5B5BDC}"/>
              </a:ext>
            </a:extLst>
          </p:cNvPr>
          <p:cNvSpPr txBox="1"/>
          <p:nvPr/>
        </p:nvSpPr>
        <p:spPr>
          <a:xfrm>
            <a:off x="808527" y="2957290"/>
            <a:ext cx="962526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FR" dirty="0"/>
              <a:t>Vectorisation (</a:t>
            </a:r>
            <a:r>
              <a:rPr lang="fr-FR" dirty="0" err="1"/>
              <a:t>One-Hot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) pour créer une colonne pour chaque mot fréquent.</a:t>
            </a:r>
          </a:p>
          <a:p>
            <a:pPr>
              <a:spcAft>
                <a:spcPts val="1200"/>
              </a:spcAft>
            </a:pPr>
            <a:r>
              <a:rPr lang="fr-FR" dirty="0"/>
              <a:t>Si le mot "</a:t>
            </a:r>
            <a:r>
              <a:rPr lang="fr-FR" dirty="0" err="1"/>
              <a:t>apple</a:t>
            </a:r>
            <a:r>
              <a:rPr lang="fr-FR" dirty="0"/>
              <a:t>" apparaît dans la liste des marques, la colonne </a:t>
            </a:r>
            <a:r>
              <a:rPr lang="fr-FR" dirty="0" err="1"/>
              <a:t>make_apple</a:t>
            </a:r>
            <a:r>
              <a:rPr lang="fr-FR" dirty="0"/>
              <a:t> vaudra 1. Sinon 0.</a:t>
            </a:r>
          </a:p>
          <a:p>
            <a:pPr>
              <a:spcAft>
                <a:spcPts val="1200"/>
              </a:spcAft>
            </a:pPr>
            <a:r>
              <a:rPr lang="fr-FR" dirty="0"/>
              <a:t>On ne crée une colonne que quand le mot apparait un certain nombre de fois dans tout le </a:t>
            </a:r>
            <a:r>
              <a:rPr lang="fr-FR" dirty="0" err="1"/>
              <a:t>dataset</a:t>
            </a:r>
            <a:r>
              <a:rPr lang="fr-FR" dirty="0"/>
              <a:t>.</a:t>
            </a:r>
          </a:p>
          <a:p>
            <a:pPr>
              <a:spcAft>
                <a:spcPts val="1200"/>
              </a:spcAft>
            </a:pPr>
            <a:r>
              <a:rPr lang="fr-FR" dirty="0"/>
              <a:t>On obtient alors des colonnes comme "</a:t>
            </a:r>
            <a:r>
              <a:rPr lang="fr-FR" dirty="0" err="1"/>
              <a:t>cat_accessories</a:t>
            </a:r>
            <a:r>
              <a:rPr lang="fr-FR" dirty="0"/>
              <a:t>", "</a:t>
            </a:r>
            <a:r>
              <a:rPr lang="fr-FR" dirty="0" err="1"/>
              <a:t>mod_pro</a:t>
            </a:r>
            <a:r>
              <a:rPr lang="fr-FR" dirty="0"/>
              <a:t>" ou "</a:t>
            </a:r>
            <a:r>
              <a:rPr lang="fr-FR" dirty="0" err="1"/>
              <a:t>make_apple</a:t>
            </a:r>
            <a:r>
              <a:rPr lang="fr-FR" dirty="0"/>
              <a:t>".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AF6FB0E-D5EB-4581-A84F-A416A3E9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26" y="5053412"/>
            <a:ext cx="10646831" cy="134738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817F03-543A-49B8-B285-74B5CB83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804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Statistiques descriptives : fraudeurs VS non-fraudeurs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317641" y="1178888"/>
            <a:ext cx="1559285" cy="369298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Suivre l’argent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CC9AA91-EBB2-47DF-BBC6-E52D8BCBF4EA}"/>
              </a:ext>
            </a:extLst>
          </p:cNvPr>
          <p:cNvSpPr/>
          <p:nvPr/>
        </p:nvSpPr>
        <p:spPr>
          <a:xfrm>
            <a:off x="519765" y="2543505"/>
            <a:ext cx="3224462" cy="1746618"/>
          </a:xfrm>
          <a:prstGeom prst="roundRect">
            <a:avLst/>
          </a:prstGeom>
          <a:noFill/>
          <a:ln w="28575">
            <a:solidFill>
              <a:srgbClr val="3F6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7F9DBB-4DBF-4974-A2EC-AB99C89D408F}"/>
              </a:ext>
            </a:extLst>
          </p:cNvPr>
          <p:cNvSpPr txBox="1"/>
          <p:nvPr/>
        </p:nvSpPr>
        <p:spPr>
          <a:xfrm>
            <a:off x="644895" y="2358839"/>
            <a:ext cx="27046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Moyenne de prix du panier 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3B555949-E682-4358-A171-29A171E12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88" y="2701093"/>
            <a:ext cx="1549238" cy="154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295A3F4-47F1-48D3-B771-67BA48C5AFAD}"/>
              </a:ext>
            </a:extLst>
          </p:cNvPr>
          <p:cNvSpPr txBox="1"/>
          <p:nvPr/>
        </p:nvSpPr>
        <p:spPr>
          <a:xfrm>
            <a:off x="596767" y="2682076"/>
            <a:ext cx="1644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non-fraudeurs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D5F0E5C-843E-49B0-B268-695B68E9B49C}"/>
              </a:ext>
            </a:extLst>
          </p:cNvPr>
          <p:cNvSpPr txBox="1"/>
          <p:nvPr/>
        </p:nvSpPr>
        <p:spPr>
          <a:xfrm>
            <a:off x="925070" y="3880999"/>
            <a:ext cx="910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1 230 €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AB486AF5-A09F-4368-9075-64669BB4C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118" y="2473975"/>
            <a:ext cx="2040345" cy="204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116A1D41-35DE-48F3-92EE-D540218CF7CB}"/>
              </a:ext>
            </a:extLst>
          </p:cNvPr>
          <p:cNvSpPr txBox="1"/>
          <p:nvPr/>
        </p:nvSpPr>
        <p:spPr>
          <a:xfrm>
            <a:off x="2262148" y="2698072"/>
            <a:ext cx="1644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fraudeurs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A0BEDA9-C093-4ECE-89DB-5E77E6BC1AC0}"/>
              </a:ext>
            </a:extLst>
          </p:cNvPr>
          <p:cNvSpPr txBox="1"/>
          <p:nvPr/>
        </p:nvSpPr>
        <p:spPr>
          <a:xfrm>
            <a:off x="2628951" y="3896995"/>
            <a:ext cx="910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1 547 €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61D1DBA-3EAE-4178-8F9B-EEDBD11F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431" y="2009097"/>
            <a:ext cx="7293338" cy="3005665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C92EB07C-2537-44C1-B565-FE73CC4B2CEC}"/>
              </a:ext>
            </a:extLst>
          </p:cNvPr>
          <p:cNvSpPr txBox="1"/>
          <p:nvPr/>
        </p:nvSpPr>
        <p:spPr>
          <a:xfrm>
            <a:off x="630563" y="2382518"/>
            <a:ext cx="27046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Moyenne de prix du panier 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777A70B-2F8D-442F-9003-0189C916248A}"/>
              </a:ext>
            </a:extLst>
          </p:cNvPr>
          <p:cNvSpPr/>
          <p:nvPr/>
        </p:nvSpPr>
        <p:spPr>
          <a:xfrm>
            <a:off x="4308423" y="1864538"/>
            <a:ext cx="7511399" cy="3150223"/>
          </a:xfrm>
          <a:prstGeom prst="roundRect">
            <a:avLst/>
          </a:prstGeom>
          <a:noFill/>
          <a:ln w="28575">
            <a:solidFill>
              <a:srgbClr val="3F6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3943169-957B-47F1-BA29-C5DB2A3D2204}"/>
              </a:ext>
            </a:extLst>
          </p:cNvPr>
          <p:cNvSpPr txBox="1"/>
          <p:nvPr/>
        </p:nvSpPr>
        <p:spPr>
          <a:xfrm>
            <a:off x="4549055" y="1679873"/>
            <a:ext cx="31800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Distribution du prix des paniers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EBCA85E-6144-4B81-B5C3-9830A002D08B}"/>
              </a:ext>
            </a:extLst>
          </p:cNvPr>
          <p:cNvSpPr txBox="1"/>
          <p:nvPr/>
        </p:nvSpPr>
        <p:spPr>
          <a:xfrm>
            <a:off x="1765217" y="5445828"/>
            <a:ext cx="3548455" cy="923330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fraudeurs </a:t>
            </a:r>
            <a:r>
              <a:rPr lang="fr-FR" b="1" dirty="0"/>
              <a:t>évitent les petits montants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-&gt; le risque n’en vaut pas la peine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AC5D0D5-AEDA-4946-A576-832D2FB5AD02}"/>
              </a:ext>
            </a:extLst>
          </p:cNvPr>
          <p:cNvSpPr txBox="1"/>
          <p:nvPr/>
        </p:nvSpPr>
        <p:spPr>
          <a:xfrm>
            <a:off x="6878330" y="5448590"/>
            <a:ext cx="3224462" cy="923330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La densité de transactions frauduleuses se différencie </a:t>
            </a:r>
            <a:r>
              <a:rPr lang="fr-FR" b="1" dirty="0"/>
              <a:t>entre 1 500 € et 3 000 €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B55558F-0EFF-493E-9564-46E70915565A}"/>
              </a:ext>
            </a:extLst>
          </p:cNvPr>
          <p:cNvSpPr txBox="1"/>
          <p:nvPr/>
        </p:nvSpPr>
        <p:spPr>
          <a:xfrm>
            <a:off x="1765217" y="5448590"/>
            <a:ext cx="3548455" cy="923330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fraudeurs </a:t>
            </a:r>
            <a:r>
              <a:rPr lang="fr-FR" b="1" dirty="0"/>
              <a:t>évitent les petits montants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-&gt; le risque n’en vaut pas la peine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5D8E462-519C-47FA-81F9-F748C751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78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1203D13E-8FBC-475F-8CCC-56E1E4C1D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1" y="2375507"/>
            <a:ext cx="9058019" cy="336115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Statistiques descriptives : fraudeurs VS non-fraudeurs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317641" y="1178888"/>
            <a:ext cx="2945323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Les marques de prédilection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98F0076A-FD23-4428-9FCB-8595271B5535}"/>
              </a:ext>
            </a:extLst>
          </p:cNvPr>
          <p:cNvSpPr/>
          <p:nvPr/>
        </p:nvSpPr>
        <p:spPr>
          <a:xfrm>
            <a:off x="346511" y="2267228"/>
            <a:ext cx="9355754" cy="3546432"/>
          </a:xfrm>
          <a:prstGeom prst="roundRect">
            <a:avLst/>
          </a:prstGeom>
          <a:noFill/>
          <a:ln w="28575">
            <a:solidFill>
              <a:srgbClr val="3F6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E96241A-80E6-4BEE-8F77-707378FF79D5}"/>
              </a:ext>
            </a:extLst>
          </p:cNvPr>
          <p:cNvSpPr txBox="1"/>
          <p:nvPr/>
        </p:nvSpPr>
        <p:spPr>
          <a:xfrm>
            <a:off x="587144" y="2082562"/>
            <a:ext cx="3628721" cy="3693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Comparaison du top 10 des marques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0B8C102-D34F-44A4-B3BC-B04674385677}"/>
              </a:ext>
            </a:extLst>
          </p:cNvPr>
          <p:cNvSpPr txBox="1"/>
          <p:nvPr/>
        </p:nvSpPr>
        <p:spPr>
          <a:xfrm>
            <a:off x="9971774" y="2426044"/>
            <a:ext cx="1873715" cy="1477328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fraudeurs se concentrent sur les </a:t>
            </a:r>
            <a:r>
              <a:rPr lang="fr-FR" b="1" dirty="0"/>
              <a:t>produits à forte valeur de revente </a:t>
            </a:r>
            <a:r>
              <a:rPr lang="fr-FR" dirty="0"/>
              <a:t>(Apple)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DBF1320-2274-42EE-B9AC-3F2E97AED86A}"/>
              </a:ext>
            </a:extLst>
          </p:cNvPr>
          <p:cNvSpPr txBox="1"/>
          <p:nvPr/>
        </p:nvSpPr>
        <p:spPr>
          <a:xfrm>
            <a:off x="9971773" y="4461460"/>
            <a:ext cx="1873715" cy="1200329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Chez les clients honnêtes, les marques sont </a:t>
            </a:r>
            <a:r>
              <a:rPr lang="fr-FR" b="1" dirty="0"/>
              <a:t>plus diversifiées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2E7C8CB-6BA8-46D7-97A3-DB0EEFF0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02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AA0DBDE-7340-44D0-B46D-D5BBE0466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6" y="2409844"/>
            <a:ext cx="9201750" cy="34123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Statistiques descriptives : fraudeurs VS non-fraudeurs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317641" y="1178888"/>
            <a:ext cx="2560313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Les catégories de produit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98F0076A-FD23-4428-9FCB-8595271B5535}"/>
              </a:ext>
            </a:extLst>
          </p:cNvPr>
          <p:cNvSpPr/>
          <p:nvPr/>
        </p:nvSpPr>
        <p:spPr>
          <a:xfrm>
            <a:off x="346511" y="2267228"/>
            <a:ext cx="9355754" cy="3546432"/>
          </a:xfrm>
          <a:prstGeom prst="roundRect">
            <a:avLst/>
          </a:prstGeom>
          <a:noFill/>
          <a:ln w="28575">
            <a:solidFill>
              <a:srgbClr val="3F6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E96241A-80E6-4BEE-8F77-707378FF79D5}"/>
              </a:ext>
            </a:extLst>
          </p:cNvPr>
          <p:cNvSpPr txBox="1"/>
          <p:nvPr/>
        </p:nvSpPr>
        <p:spPr>
          <a:xfrm>
            <a:off x="587144" y="2082562"/>
            <a:ext cx="37538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Comparaison du top 10 des catégories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0B8C102-D34F-44A4-B3BC-B04674385677}"/>
              </a:ext>
            </a:extLst>
          </p:cNvPr>
          <p:cNvSpPr txBox="1"/>
          <p:nvPr/>
        </p:nvSpPr>
        <p:spPr>
          <a:xfrm>
            <a:off x="9971774" y="2464544"/>
            <a:ext cx="1992428" cy="3139321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fraudeurs </a:t>
            </a:r>
            <a:r>
              <a:rPr lang="fr-FR" b="1" dirty="0"/>
              <a:t>se concentrer moins sur les accessoires, les garanties ou les "services". 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-&gt; pas d'assurance vol/casse ou de petit câble à 10€.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-&gt; aller droit au but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EFA31CB-1706-48A0-890E-133F19D1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30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Statistiques descriptives : fraudeurs VS non-fraudeurs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317641" y="1178888"/>
            <a:ext cx="1674788" cy="369301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Les interactions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98F0076A-FD23-4428-9FCB-8595271B5535}"/>
              </a:ext>
            </a:extLst>
          </p:cNvPr>
          <p:cNvSpPr/>
          <p:nvPr/>
        </p:nvSpPr>
        <p:spPr>
          <a:xfrm>
            <a:off x="346511" y="1843718"/>
            <a:ext cx="9355754" cy="1929385"/>
          </a:xfrm>
          <a:prstGeom prst="roundRect">
            <a:avLst/>
          </a:prstGeom>
          <a:noFill/>
          <a:ln w="28575">
            <a:solidFill>
              <a:srgbClr val="3F6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E96241A-80E6-4BEE-8F77-707378FF79D5}"/>
              </a:ext>
            </a:extLst>
          </p:cNvPr>
          <p:cNvSpPr txBox="1"/>
          <p:nvPr/>
        </p:nvSpPr>
        <p:spPr>
          <a:xfrm>
            <a:off x="587144" y="1659053"/>
            <a:ext cx="3917479" cy="3692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Classement des interactions de produits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0B8C102-D34F-44A4-B3BC-B04674385677}"/>
              </a:ext>
            </a:extLst>
          </p:cNvPr>
          <p:cNvSpPr txBox="1"/>
          <p:nvPr/>
        </p:nvSpPr>
        <p:spPr>
          <a:xfrm>
            <a:off x="9971774" y="1881488"/>
            <a:ext cx="1992428" cy="4247317"/>
          </a:xfrm>
          <a:prstGeom prst="rect">
            <a:avLst/>
          </a:prstGeom>
          <a:solidFill>
            <a:srgbClr val="D1D3D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gens </a:t>
            </a:r>
            <a:r>
              <a:rPr lang="fr-FR" b="1" dirty="0"/>
              <a:t>honnêtes</a:t>
            </a:r>
            <a:r>
              <a:rPr lang="fr-FR" dirty="0"/>
              <a:t> ont une </a:t>
            </a:r>
            <a:r>
              <a:rPr lang="fr-FR" b="1" dirty="0"/>
              <a:t>logique d'utilisation </a:t>
            </a:r>
          </a:p>
          <a:p>
            <a:pPr algn="ctr"/>
            <a:r>
              <a:rPr lang="fr-FR" dirty="0"/>
              <a:t>-&gt;</a:t>
            </a:r>
            <a:r>
              <a:rPr lang="fr-FR" b="1" dirty="0"/>
              <a:t> </a:t>
            </a:r>
            <a:r>
              <a:rPr lang="fr-FR" dirty="0"/>
              <a:t>produit principal + </a:t>
            </a:r>
            <a:r>
              <a:rPr lang="fr-FR" dirty="0" err="1"/>
              <a:t>accesoire</a:t>
            </a:r>
            <a:endParaRPr lang="fr-FR" b="1" dirty="0"/>
          </a:p>
          <a:p>
            <a:pPr algn="ctr"/>
            <a:r>
              <a:rPr lang="fr-FR" dirty="0"/>
              <a:t>-&gt; ex : iPad + Pencil</a:t>
            </a:r>
          </a:p>
          <a:p>
            <a:pPr algn="ctr"/>
            <a:endParaRPr lang="fr-FR" b="1" dirty="0"/>
          </a:p>
          <a:p>
            <a:pPr algn="ctr"/>
            <a:r>
              <a:rPr lang="fr-FR" dirty="0"/>
              <a:t>Les </a:t>
            </a:r>
            <a:r>
              <a:rPr lang="fr-FR" b="1" dirty="0"/>
              <a:t>fraudeurs</a:t>
            </a:r>
            <a:r>
              <a:rPr lang="fr-FR" dirty="0"/>
              <a:t> sont dans une </a:t>
            </a:r>
            <a:r>
              <a:rPr lang="fr-FR" b="1" dirty="0"/>
              <a:t>logique de valeurs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-&gt; 2 gros articles autonomes de valeur</a:t>
            </a:r>
          </a:p>
          <a:p>
            <a:pPr algn="ctr"/>
            <a:r>
              <a:rPr lang="fr-FR" dirty="0"/>
              <a:t>-&gt; ex : MacBook + iPad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D27978B-C6C8-43EC-8D99-65AACCC6D691}"/>
              </a:ext>
            </a:extLst>
          </p:cNvPr>
          <p:cNvSpPr txBox="1"/>
          <p:nvPr/>
        </p:nvSpPr>
        <p:spPr>
          <a:xfrm>
            <a:off x="346511" y="1989850"/>
            <a:ext cx="47452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Non-fraudeurs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ipad</a:t>
            </a:r>
            <a:r>
              <a:rPr lang="fr-FR" dirty="0">
                <a:solidFill>
                  <a:srgbClr val="0070C0"/>
                </a:solidFill>
              </a:rPr>
              <a:t> pro +  </a:t>
            </a: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pencil</a:t>
            </a:r>
            <a:r>
              <a:rPr lang="fr-FR" dirty="0">
                <a:solidFill>
                  <a:srgbClr val="0070C0"/>
                </a:solidFill>
              </a:rPr>
              <a:t> 2nd </a:t>
            </a:r>
            <a:r>
              <a:rPr lang="fr-FR" dirty="0" err="1">
                <a:solidFill>
                  <a:srgbClr val="0070C0"/>
                </a:solidFill>
              </a:rPr>
              <a:t>generation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apple </a:t>
            </a:r>
            <a:r>
              <a:rPr lang="en-US" dirty="0" err="1">
                <a:solidFill>
                  <a:srgbClr val="0070C0"/>
                </a:solidFill>
              </a:rPr>
              <a:t>macbook</a:t>
            </a:r>
            <a:r>
              <a:rPr lang="en-US" dirty="0">
                <a:solidFill>
                  <a:srgbClr val="0070C0"/>
                </a:solidFill>
              </a:rPr>
              <a:t> air 13 + </a:t>
            </a:r>
            <a:r>
              <a:rPr lang="en-US" dirty="0" err="1">
                <a:solidFill>
                  <a:srgbClr val="0070C0"/>
                </a:solidFill>
              </a:rPr>
              <a:t>usb</a:t>
            </a:r>
            <a:r>
              <a:rPr lang="en-US" dirty="0">
                <a:solidFill>
                  <a:srgbClr val="0070C0"/>
                </a:solidFill>
              </a:rPr>
              <a:t>-c to </a:t>
            </a:r>
            <a:r>
              <a:rPr lang="en-US" dirty="0" err="1">
                <a:solidFill>
                  <a:srgbClr val="0070C0"/>
                </a:solidFill>
              </a:rPr>
              <a:t>usb</a:t>
            </a:r>
            <a:r>
              <a:rPr lang="en-US" dirty="0">
                <a:solidFill>
                  <a:srgbClr val="0070C0"/>
                </a:solidFill>
              </a:rPr>
              <a:t> adaptor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ipad</a:t>
            </a:r>
            <a:r>
              <a:rPr lang="fr-FR" dirty="0">
                <a:solidFill>
                  <a:srgbClr val="0070C0"/>
                </a:solidFill>
              </a:rPr>
              <a:t> air + </a:t>
            </a: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pencil</a:t>
            </a:r>
            <a:r>
              <a:rPr lang="fr-FR" dirty="0">
                <a:solidFill>
                  <a:srgbClr val="0070C0"/>
                </a:solidFill>
              </a:rPr>
              <a:t> 2nd </a:t>
            </a:r>
            <a:r>
              <a:rPr lang="fr-FR" dirty="0" err="1">
                <a:solidFill>
                  <a:srgbClr val="0070C0"/>
                </a:solidFill>
              </a:rPr>
              <a:t>generation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magic</a:t>
            </a:r>
            <a:r>
              <a:rPr lang="fr-FR" dirty="0">
                <a:solidFill>
                  <a:srgbClr val="0070C0"/>
                </a:solidFill>
              </a:rPr>
              <a:t> keyboard + </a:t>
            </a: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pencil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ipad</a:t>
            </a:r>
            <a:r>
              <a:rPr lang="fr-FR" dirty="0">
                <a:solidFill>
                  <a:srgbClr val="0070C0"/>
                </a:solidFill>
              </a:rPr>
              <a:t> pro + </a:t>
            </a:r>
            <a:r>
              <a:rPr lang="fr-FR" dirty="0" err="1">
                <a:solidFill>
                  <a:srgbClr val="0070C0"/>
                </a:solidFill>
              </a:rPr>
              <a:t>apple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magic</a:t>
            </a:r>
            <a:r>
              <a:rPr lang="fr-FR" dirty="0">
                <a:solidFill>
                  <a:srgbClr val="0070C0"/>
                </a:solidFill>
              </a:rPr>
              <a:t> keyboard </a:t>
            </a:r>
          </a:p>
          <a:p>
            <a:pPr marL="342900" indent="-342900">
              <a:buFont typeface="+mj-lt"/>
              <a:buAutoNum type="arabicPeriod"/>
            </a:pP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D609A8-8C44-492E-8C7A-039FF6364440}"/>
              </a:ext>
            </a:extLst>
          </p:cNvPr>
          <p:cNvSpPr txBox="1"/>
          <p:nvPr/>
        </p:nvSpPr>
        <p:spPr>
          <a:xfrm>
            <a:off x="5274646" y="2028351"/>
            <a:ext cx="4677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Fraudeurs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macbook</a:t>
            </a:r>
            <a:r>
              <a:rPr lang="fr-FR" dirty="0">
                <a:solidFill>
                  <a:srgbClr val="C00000"/>
                </a:solidFill>
              </a:rPr>
              <a:t> pro + </a:t>
            </a: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ipad</a:t>
            </a:r>
            <a:r>
              <a:rPr lang="fr-FR" dirty="0">
                <a:solidFill>
                  <a:srgbClr val="C00000"/>
                </a:solidFill>
              </a:rPr>
              <a:t> pro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macbook</a:t>
            </a:r>
            <a:r>
              <a:rPr lang="fr-FR" dirty="0">
                <a:solidFill>
                  <a:srgbClr val="C00000"/>
                </a:solidFill>
              </a:rPr>
              <a:t> air + </a:t>
            </a: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ipad</a:t>
            </a:r>
            <a:r>
              <a:rPr lang="fr-FR" dirty="0">
                <a:solidFill>
                  <a:srgbClr val="C00000"/>
                </a:solidFill>
              </a:rPr>
              <a:t> pro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macbook</a:t>
            </a:r>
            <a:r>
              <a:rPr lang="fr-FR" dirty="0">
                <a:solidFill>
                  <a:srgbClr val="C00000"/>
                </a:solidFill>
              </a:rPr>
              <a:t> pro + </a:t>
            </a: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airpods</a:t>
            </a:r>
            <a:r>
              <a:rPr lang="fr-FR" dirty="0">
                <a:solidFill>
                  <a:srgbClr val="C00000"/>
                </a:solidFill>
              </a:rPr>
              <a:t> max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macbook</a:t>
            </a:r>
            <a:r>
              <a:rPr lang="fr-FR" dirty="0">
                <a:solidFill>
                  <a:srgbClr val="C00000"/>
                </a:solidFill>
              </a:rPr>
              <a:t> pro + </a:t>
            </a: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airpods</a:t>
            </a:r>
            <a:r>
              <a:rPr lang="fr-FR" dirty="0">
                <a:solidFill>
                  <a:srgbClr val="C00000"/>
                </a:solidFill>
              </a:rPr>
              <a:t> pro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ipad</a:t>
            </a:r>
            <a:r>
              <a:rPr lang="fr-FR" dirty="0">
                <a:solidFill>
                  <a:srgbClr val="C00000"/>
                </a:solidFill>
              </a:rPr>
              <a:t> pro + </a:t>
            </a:r>
            <a:r>
              <a:rPr lang="fr-FR" dirty="0" err="1">
                <a:solidFill>
                  <a:srgbClr val="C00000"/>
                </a:solidFill>
              </a:rPr>
              <a:t>apple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err="1">
                <a:solidFill>
                  <a:srgbClr val="C00000"/>
                </a:solidFill>
              </a:rPr>
              <a:t>airpods</a:t>
            </a:r>
            <a:r>
              <a:rPr lang="fr-FR" dirty="0">
                <a:solidFill>
                  <a:srgbClr val="C00000"/>
                </a:solidFill>
              </a:rPr>
              <a:t> max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3860A20-13E3-492E-8124-0F0051B68E02}"/>
              </a:ext>
            </a:extLst>
          </p:cNvPr>
          <p:cNvSpPr/>
          <p:nvPr/>
        </p:nvSpPr>
        <p:spPr>
          <a:xfrm>
            <a:off x="375387" y="4172118"/>
            <a:ext cx="9355754" cy="1929385"/>
          </a:xfrm>
          <a:prstGeom prst="roundRect">
            <a:avLst/>
          </a:prstGeom>
          <a:noFill/>
          <a:ln w="28575">
            <a:solidFill>
              <a:srgbClr val="3F64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434F30-F6C3-4B36-9017-A6EECF3D6915}"/>
              </a:ext>
            </a:extLst>
          </p:cNvPr>
          <p:cNvSpPr txBox="1"/>
          <p:nvPr/>
        </p:nvSpPr>
        <p:spPr>
          <a:xfrm>
            <a:off x="616020" y="3987453"/>
            <a:ext cx="41099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355974"/>
                </a:solidFill>
              </a:rPr>
              <a:t>Classement des interactions de catégories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D7083EA-58AC-405B-8E49-13F2AC598C2E}"/>
              </a:ext>
            </a:extLst>
          </p:cNvPr>
          <p:cNvSpPr txBox="1"/>
          <p:nvPr/>
        </p:nvSpPr>
        <p:spPr>
          <a:xfrm>
            <a:off x="375387" y="4318250"/>
            <a:ext cx="49858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Non-fraudeurs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rgbClr val="0070C0"/>
                </a:solidFill>
              </a:rPr>
              <a:t>Computers + computer </a:t>
            </a:r>
            <a:r>
              <a:rPr lang="fr-FR" dirty="0" err="1">
                <a:solidFill>
                  <a:srgbClr val="0070C0"/>
                </a:solidFill>
              </a:rPr>
              <a:t>periph</a:t>
            </a:r>
            <a:r>
              <a:rPr lang="fr-FR" dirty="0">
                <a:solidFill>
                  <a:srgbClr val="0070C0"/>
                </a:solidFill>
              </a:rPr>
              <a:t>. </a:t>
            </a:r>
            <a:r>
              <a:rPr lang="fr-FR" dirty="0" err="1">
                <a:solidFill>
                  <a:srgbClr val="0070C0"/>
                </a:solidFill>
              </a:rPr>
              <a:t>accessories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rgbClr val="0070C0"/>
                </a:solidFill>
              </a:rPr>
              <a:t>living </a:t>
            </a:r>
            <a:r>
              <a:rPr lang="fr-FR" dirty="0" err="1">
                <a:solidFill>
                  <a:srgbClr val="0070C0"/>
                </a:solidFill>
              </a:rPr>
              <a:t>dining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furniture</a:t>
            </a:r>
            <a:r>
              <a:rPr lang="fr-FR" dirty="0">
                <a:solidFill>
                  <a:srgbClr val="0070C0"/>
                </a:solidFill>
              </a:rPr>
              <a:t> + living </a:t>
            </a:r>
            <a:r>
              <a:rPr lang="fr-FR" dirty="0" err="1">
                <a:solidFill>
                  <a:srgbClr val="0070C0"/>
                </a:solidFill>
              </a:rPr>
              <a:t>dining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furniture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bed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linen</a:t>
            </a:r>
            <a:r>
              <a:rPr lang="fr-FR" dirty="0">
                <a:solidFill>
                  <a:srgbClr val="0070C0"/>
                </a:solidFill>
              </a:rPr>
              <a:t> + </a:t>
            </a:r>
            <a:r>
              <a:rPr lang="fr-FR" dirty="0" err="1">
                <a:solidFill>
                  <a:srgbClr val="0070C0"/>
                </a:solidFill>
              </a:rPr>
              <a:t>bed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linen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bed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linen</a:t>
            </a:r>
            <a:r>
              <a:rPr lang="fr-FR" dirty="0">
                <a:solidFill>
                  <a:srgbClr val="0070C0"/>
                </a:solidFill>
              </a:rPr>
              <a:t> + </a:t>
            </a:r>
            <a:r>
              <a:rPr lang="fr-FR" dirty="0" err="1">
                <a:solidFill>
                  <a:srgbClr val="0070C0"/>
                </a:solidFill>
              </a:rPr>
              <a:t>bedroom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furniture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solidFill>
                  <a:srgbClr val="0070C0"/>
                </a:solidFill>
              </a:rPr>
              <a:t>bedroom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furniture</a:t>
            </a:r>
            <a:r>
              <a:rPr lang="fr-FR" dirty="0">
                <a:solidFill>
                  <a:srgbClr val="0070C0"/>
                </a:solidFill>
              </a:rPr>
              <a:t> + living </a:t>
            </a:r>
            <a:r>
              <a:rPr lang="fr-FR" dirty="0" err="1">
                <a:solidFill>
                  <a:srgbClr val="0070C0"/>
                </a:solidFill>
              </a:rPr>
              <a:t>dining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furniture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6FE2BA-FA89-472C-8712-237E93487B86}"/>
              </a:ext>
            </a:extLst>
          </p:cNvPr>
          <p:cNvSpPr txBox="1"/>
          <p:nvPr/>
        </p:nvSpPr>
        <p:spPr>
          <a:xfrm>
            <a:off x="5274645" y="4356785"/>
            <a:ext cx="46778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Fraudeurs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rgbClr val="C00000"/>
                </a:solidFill>
              </a:rPr>
              <a:t>Computers + audio </a:t>
            </a:r>
            <a:r>
              <a:rPr lang="fr-FR" dirty="0" err="1">
                <a:solidFill>
                  <a:srgbClr val="C00000"/>
                </a:solidFill>
              </a:rPr>
              <a:t>accessories</a:t>
            </a:r>
            <a:endParaRPr lang="fr-FR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rgbClr val="C00000"/>
                </a:solidFill>
              </a:rPr>
              <a:t>Computers + computers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baby child travel  +  baby child travel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Computers + computer </a:t>
            </a:r>
            <a:r>
              <a:rPr lang="en-US" dirty="0" err="1">
                <a:solidFill>
                  <a:srgbClr val="C00000"/>
                </a:solidFill>
              </a:rPr>
              <a:t>periph</a:t>
            </a:r>
            <a:r>
              <a:rPr lang="en-US" dirty="0">
                <a:solidFill>
                  <a:srgbClr val="C00000"/>
                </a:solidFill>
              </a:rPr>
              <a:t>. accessories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baby child travel  +  bed linen</a:t>
            </a:r>
          </a:p>
          <a:p>
            <a:pPr marL="342900" indent="-342900">
              <a:buFont typeface="+mj-lt"/>
              <a:buAutoNum type="arabicPeriod"/>
            </a:pP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0876226-C97E-4629-BFA4-0AA116A1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99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Créer de nouvelles variables : intégration de la connaissance métier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A84AC79-37C3-436D-87E4-BA4EB8879A2A}"/>
              </a:ext>
            </a:extLst>
          </p:cNvPr>
          <p:cNvSpPr txBox="1"/>
          <p:nvPr/>
        </p:nvSpPr>
        <p:spPr>
          <a:xfrm>
            <a:off x="221387" y="1779603"/>
            <a:ext cx="118390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make_apple_samsung</a:t>
            </a:r>
            <a:r>
              <a:rPr lang="fr-FR" b="1" dirty="0"/>
              <a:t> </a:t>
            </a:r>
            <a:r>
              <a:rPr lang="fr-FR" dirty="0"/>
              <a:t>: vaut 1 si le panier contient des produits de marque Apple ou Samsung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category_service</a:t>
            </a:r>
            <a:r>
              <a:rPr lang="fr-FR" b="1" dirty="0"/>
              <a:t> </a:t>
            </a:r>
            <a:r>
              <a:rPr lang="fr-FR" dirty="0"/>
              <a:t>: vaut 1 si le panier contient une extension de garantie ("</a:t>
            </a:r>
            <a:r>
              <a:rPr lang="fr-FR" dirty="0" err="1"/>
              <a:t>warranty</a:t>
            </a:r>
            <a:r>
              <a:rPr lang="fr-FR" dirty="0"/>
              <a:t>") ou un service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price_1500_3000 </a:t>
            </a:r>
            <a:r>
              <a:rPr lang="fr-FR" dirty="0"/>
              <a:t>: vaut 1 si le montant total est compris entre 1500 € et 3000 €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price_under_600 </a:t>
            </a:r>
            <a:r>
              <a:rPr lang="fr-FR" dirty="0"/>
              <a:t>: vaut 1 si le montant total est inférieur à 600 €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nb_computers</a:t>
            </a:r>
            <a:r>
              <a:rPr lang="fr-FR" b="1" dirty="0"/>
              <a:t> </a:t>
            </a:r>
            <a:r>
              <a:rPr lang="fr-FR" dirty="0"/>
              <a:t>: nombre total d'ordinateurs dans le panier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nb_tablets</a:t>
            </a:r>
            <a:r>
              <a:rPr lang="fr-FR" b="1" dirty="0"/>
              <a:t> </a:t>
            </a:r>
            <a:r>
              <a:rPr lang="fr-FR" dirty="0"/>
              <a:t>: nombre total de tablettes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nb_honest_accessories</a:t>
            </a:r>
            <a:r>
              <a:rPr lang="fr-FR" b="1" dirty="0"/>
              <a:t> </a:t>
            </a:r>
            <a:r>
              <a:rPr lang="fr-FR" dirty="0"/>
              <a:t>: nombre d'accessoires logiques (souris, clavier, câble, adaptateur...)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flag_multi_hightech</a:t>
            </a:r>
            <a:r>
              <a:rPr lang="fr-FR" b="1" dirty="0"/>
              <a:t> </a:t>
            </a:r>
            <a:r>
              <a:rPr lang="fr-FR" dirty="0"/>
              <a:t>: vaut 1 si le client achète au moins 2 gros appareils (ordinateur + ordinateur ou ordinateur + tablette)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flag_logic_usage</a:t>
            </a:r>
            <a:r>
              <a:rPr lang="fr-FR" b="1" dirty="0"/>
              <a:t> </a:t>
            </a:r>
            <a:r>
              <a:rPr lang="fr-FR" dirty="0"/>
              <a:t>: vaut 1 si le client a acheté un ordinateur et un accessoire (comportement d'achat logique/honnête).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317641" y="1323266"/>
            <a:ext cx="2040548" cy="369291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Variables rajoutées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83B828-AA27-4A7F-B11F-615BCA954E54}"/>
              </a:ext>
            </a:extLst>
          </p:cNvPr>
          <p:cNvSpPr txBox="1"/>
          <p:nvPr/>
        </p:nvSpPr>
        <p:spPr>
          <a:xfrm>
            <a:off x="346511" y="1323266"/>
            <a:ext cx="2040548" cy="369291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Variables rajoutées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C1372DC-BC5A-4A56-B7BA-E52EFF7F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228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Stratégie et choix de modèles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A84AC79-37C3-436D-87E4-BA4EB8879A2A}"/>
              </a:ext>
            </a:extLst>
          </p:cNvPr>
          <p:cNvSpPr txBox="1"/>
          <p:nvPr/>
        </p:nvSpPr>
        <p:spPr>
          <a:xfrm>
            <a:off x="221387" y="1779603"/>
            <a:ext cx="11839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Concept : </a:t>
            </a:r>
            <a:r>
              <a:rPr lang="fr-FR" dirty="0"/>
              <a:t>fusionné les résultats de plusieurs modèles avec une moyenne pondérée.</a:t>
            </a:r>
          </a:p>
          <a:p>
            <a:endParaRPr lang="fr-FR" dirty="0"/>
          </a:p>
          <a:p>
            <a:r>
              <a:rPr lang="fr-FR" b="1" dirty="0"/>
              <a:t>Intérêt : </a:t>
            </a:r>
            <a:r>
              <a:rPr lang="fr-FR" dirty="0"/>
              <a:t>annuler les erreurs individuelles et augmenter la précision</a:t>
            </a:r>
            <a:endParaRPr lang="fr-FR" b="1" dirty="0"/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C594EFB-F23A-4B59-8001-6EADDD416B6A}"/>
              </a:ext>
            </a:extLst>
          </p:cNvPr>
          <p:cNvSpPr txBox="1"/>
          <p:nvPr/>
        </p:nvSpPr>
        <p:spPr>
          <a:xfrm>
            <a:off x="317641" y="1323266"/>
            <a:ext cx="2040548" cy="369291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Variables rajoutées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83B828-AA27-4A7F-B11F-615BCA954E54}"/>
              </a:ext>
            </a:extLst>
          </p:cNvPr>
          <p:cNvSpPr txBox="1"/>
          <p:nvPr/>
        </p:nvSpPr>
        <p:spPr>
          <a:xfrm>
            <a:off x="346511" y="1323266"/>
            <a:ext cx="3869354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La stratégie d’</a:t>
            </a:r>
            <a:r>
              <a:rPr lang="fr-FR" b="1" dirty="0" err="1">
                <a:solidFill>
                  <a:schemeClr val="bg1"/>
                </a:solidFill>
              </a:rPr>
              <a:t>ensembling</a:t>
            </a:r>
            <a:r>
              <a:rPr lang="fr-FR" b="1" dirty="0">
                <a:solidFill>
                  <a:schemeClr val="bg1"/>
                </a:solidFill>
              </a:rPr>
              <a:t> (le </a:t>
            </a:r>
            <a:r>
              <a:rPr lang="fr-FR" b="1" dirty="0" err="1">
                <a:solidFill>
                  <a:schemeClr val="bg1"/>
                </a:solidFill>
              </a:rPr>
              <a:t>blending</a:t>
            </a:r>
            <a:r>
              <a:rPr lang="fr-FR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29419AD-E8A3-4DEC-B95F-4EF7BC65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11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264E35E-E975-472D-963D-23E6DDEC812B}"/>
              </a:ext>
            </a:extLst>
          </p:cNvPr>
          <p:cNvSpPr txBox="1"/>
          <p:nvPr/>
        </p:nvSpPr>
        <p:spPr>
          <a:xfrm>
            <a:off x="176466" y="3523274"/>
            <a:ext cx="122593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 modèles </a:t>
            </a:r>
            <a:r>
              <a:rPr lang="fr-FR" dirty="0" err="1"/>
              <a:t>boosting</a:t>
            </a:r>
            <a:r>
              <a:rPr lang="fr-FR" dirty="0"/>
              <a:t> et 1 modèle bagging :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XGBoost</a:t>
            </a:r>
            <a:r>
              <a:rPr lang="fr-FR" dirty="0"/>
              <a:t> : niveau par niveau -&gt; plus précis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LightGBM</a:t>
            </a:r>
            <a:r>
              <a:rPr lang="fr-FR" dirty="0"/>
              <a:t> : feuille par feuille -&gt; plus fin et plus rapide : capable de trouver des motifs complexes.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CatBoost</a:t>
            </a:r>
            <a:r>
              <a:rPr lang="fr-FR" b="1" dirty="0"/>
              <a:t> </a:t>
            </a:r>
            <a:r>
              <a:rPr lang="fr-FR" dirty="0"/>
              <a:t>: arbres symétriques -&gt; traite mieux les variables qualitatives et généralise bien.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Random</a:t>
            </a:r>
            <a:r>
              <a:rPr lang="fr-FR" b="1" dirty="0"/>
              <a:t> Forest</a:t>
            </a:r>
            <a:r>
              <a:rPr lang="fr-FR" dirty="0"/>
              <a:t> : arbres indépendants et profonds -&gt; plus robustes : réduit la variance (l'</a:t>
            </a:r>
            <a:r>
              <a:rPr lang="fr-FR" dirty="0" err="1"/>
              <a:t>overfitting</a:t>
            </a:r>
            <a:r>
              <a:rPr lang="fr-FR" dirty="0"/>
              <a:t>) en moyennant les erreurs</a:t>
            </a:r>
          </a:p>
          <a:p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3C5FA2-6C91-4A0B-A1A9-0EFD2781E55A}"/>
              </a:ext>
            </a:extLst>
          </p:cNvPr>
          <p:cNvSpPr txBox="1"/>
          <p:nvPr/>
        </p:nvSpPr>
        <p:spPr>
          <a:xfrm>
            <a:off x="301590" y="3066937"/>
            <a:ext cx="1382831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Les modèles</a:t>
            </a:r>
          </a:p>
        </p:txBody>
      </p:sp>
    </p:spTree>
    <p:extLst>
      <p:ext uri="{BB962C8B-B14F-4D97-AF65-F5344CB8AC3E}">
        <p14:creationId xmlns:p14="http://schemas.microsoft.com/office/powerpoint/2010/main" val="3566121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Modèles : </a:t>
            </a:r>
            <a:r>
              <a:rPr lang="fr-FR" sz="2400" b="1" dirty="0" err="1">
                <a:solidFill>
                  <a:srgbClr val="31A42B"/>
                </a:solidFill>
              </a:rPr>
              <a:t>baseline</a:t>
            </a:r>
            <a:endParaRPr lang="fr-FR" sz="2400" b="1" dirty="0">
              <a:solidFill>
                <a:srgbClr val="31A42B"/>
              </a:solidFill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49C57A90-E989-43AC-B2A9-95481E493437}"/>
              </a:ext>
            </a:extLst>
          </p:cNvPr>
          <p:cNvSpPr txBox="1"/>
          <p:nvPr/>
        </p:nvSpPr>
        <p:spPr>
          <a:xfrm>
            <a:off x="221387" y="1433094"/>
            <a:ext cx="118390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</a:t>
            </a:r>
            <a:r>
              <a:rPr lang="fr-FR" dirty="0"/>
              <a:t>évaluer la performance d'un modèle simple avant tout travail complexe de </a:t>
            </a:r>
            <a:r>
              <a:rPr lang="fr-FR" dirty="0" err="1"/>
              <a:t>feature</a:t>
            </a:r>
            <a:r>
              <a:rPr lang="fr-FR" dirty="0"/>
              <a:t> engineering.</a:t>
            </a:r>
          </a:p>
          <a:p>
            <a:endParaRPr lang="fr-FR" dirty="0"/>
          </a:p>
          <a:p>
            <a:r>
              <a:rPr lang="fr-FR" b="1" dirty="0"/>
              <a:t>Variables utilisées : </a:t>
            </a:r>
            <a:r>
              <a:rPr lang="fr-FR" dirty="0" err="1"/>
              <a:t>dataset</a:t>
            </a:r>
            <a:r>
              <a:rPr lang="fr-FR" dirty="0"/>
              <a:t> de base + agrégation de prix (moyenne, minimum…)</a:t>
            </a:r>
          </a:p>
          <a:p>
            <a:endParaRPr lang="fr-FR" b="1" dirty="0"/>
          </a:p>
          <a:p>
            <a:r>
              <a:rPr lang="fr-FR" b="1" dirty="0"/>
              <a:t>Modèle : </a:t>
            </a:r>
            <a:r>
              <a:rPr lang="fr-FR" dirty="0" err="1"/>
              <a:t>XGBoost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Score (PR-AUC) : </a:t>
            </a:r>
            <a:r>
              <a:rPr lang="fr-FR" dirty="0"/>
              <a:t>0,115</a:t>
            </a:r>
            <a:endParaRPr lang="fr-FR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C976FC1-ACA9-4A03-8AFB-35C2DDF721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30" r="67868"/>
          <a:stretch/>
        </p:blipFill>
        <p:spPr>
          <a:xfrm>
            <a:off x="0" y="4235116"/>
            <a:ext cx="3917482" cy="262288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B2DFD10-C58A-4E18-B4EF-5B85F62D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853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Modèles : apport du </a:t>
            </a:r>
            <a:r>
              <a:rPr lang="fr-FR" sz="2400" b="1" dirty="0" err="1">
                <a:solidFill>
                  <a:srgbClr val="31A42B"/>
                </a:solidFill>
              </a:rPr>
              <a:t>feature</a:t>
            </a:r>
            <a:r>
              <a:rPr lang="fr-FR" sz="2400" b="1" dirty="0">
                <a:solidFill>
                  <a:srgbClr val="31A42B"/>
                </a:solidFill>
              </a:rPr>
              <a:t> engineering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49C57A90-E989-43AC-B2A9-95481E493437}"/>
              </a:ext>
            </a:extLst>
          </p:cNvPr>
          <p:cNvSpPr txBox="1"/>
          <p:nvPr/>
        </p:nvSpPr>
        <p:spPr>
          <a:xfrm>
            <a:off x="221387" y="1173210"/>
            <a:ext cx="118390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Variables rajoutées : </a:t>
            </a:r>
            <a:r>
              <a:rPr lang="fr-FR" dirty="0" err="1"/>
              <a:t>One-Hot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 + variables créées pour différencier les fraudeurs</a:t>
            </a:r>
          </a:p>
          <a:p>
            <a:endParaRPr lang="fr-FR" b="1" dirty="0"/>
          </a:p>
          <a:p>
            <a:r>
              <a:rPr lang="fr-FR" b="1" dirty="0"/>
              <a:t>Modèle : </a:t>
            </a:r>
            <a:r>
              <a:rPr lang="fr-FR" dirty="0" err="1"/>
              <a:t>XGBoost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Score (PR-AUC) : </a:t>
            </a:r>
            <a:r>
              <a:rPr lang="fr-FR" dirty="0"/>
              <a:t>0,171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b="1" dirty="0"/>
              <a:t>Méthode : </a:t>
            </a:r>
            <a:r>
              <a:rPr lang="fr-FR" dirty="0" err="1"/>
              <a:t>RandomizedSearchCV</a:t>
            </a:r>
            <a:r>
              <a:rPr lang="fr-FR" dirty="0"/>
              <a:t> -&gt; recherche aléatoire sur une grille de paramètres avec validation croisée</a:t>
            </a:r>
          </a:p>
          <a:p>
            <a:endParaRPr lang="fr-FR" b="1" dirty="0"/>
          </a:p>
          <a:p>
            <a:r>
              <a:rPr lang="fr-FR" b="1" dirty="0"/>
              <a:t>Score (PR-AUC) : </a:t>
            </a:r>
            <a:r>
              <a:rPr lang="fr-FR" dirty="0"/>
              <a:t>0,176</a:t>
            </a:r>
            <a:endParaRPr lang="fr-FR" b="1" dirty="0"/>
          </a:p>
          <a:p>
            <a:endParaRPr lang="fr-FR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A90611B-47BD-4D48-AF8C-3FF4592D7C39}"/>
              </a:ext>
            </a:extLst>
          </p:cNvPr>
          <p:cNvSpPr txBox="1"/>
          <p:nvPr/>
        </p:nvSpPr>
        <p:spPr>
          <a:xfrm>
            <a:off x="346511" y="2901809"/>
            <a:ext cx="3561346" cy="369332"/>
          </a:xfrm>
          <a:prstGeom prst="rect">
            <a:avLst/>
          </a:prstGeom>
          <a:solidFill>
            <a:srgbClr val="1893B7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Optimisation des hyperparamètres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0951B6C-5855-4CF2-8143-12F027104D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30" r="48447"/>
          <a:stretch/>
        </p:blipFill>
        <p:spPr>
          <a:xfrm>
            <a:off x="0" y="4235116"/>
            <a:ext cx="6285297" cy="262288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070A0B1-2F7E-43EC-A0B0-6E066208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609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Modèles : stratégie d’</a:t>
            </a:r>
            <a:r>
              <a:rPr lang="fr-FR" sz="2400" b="1" dirty="0" err="1">
                <a:solidFill>
                  <a:srgbClr val="31A42B"/>
                </a:solidFill>
              </a:rPr>
              <a:t>ensembling</a:t>
            </a:r>
            <a:endParaRPr lang="fr-FR" sz="2400" b="1" dirty="0">
              <a:solidFill>
                <a:srgbClr val="31A42B"/>
              </a:solidFill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49C57A90-E989-43AC-B2A9-95481E493437}"/>
              </a:ext>
            </a:extLst>
          </p:cNvPr>
          <p:cNvSpPr txBox="1"/>
          <p:nvPr/>
        </p:nvSpPr>
        <p:spPr>
          <a:xfrm>
            <a:off x="221387" y="1432800"/>
            <a:ext cx="118390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Modèles rajoutés : </a:t>
            </a:r>
            <a:r>
              <a:rPr lang="fr-FR" dirty="0" err="1"/>
              <a:t>Random</a:t>
            </a:r>
            <a:r>
              <a:rPr lang="fr-FR" dirty="0"/>
              <a:t> Forest, </a:t>
            </a:r>
            <a:r>
              <a:rPr lang="fr-FR" dirty="0" err="1"/>
              <a:t>LightGBM</a:t>
            </a:r>
            <a:r>
              <a:rPr lang="fr-FR" dirty="0"/>
              <a:t> et </a:t>
            </a:r>
            <a:r>
              <a:rPr lang="fr-FR" dirty="0" err="1"/>
              <a:t>Catboost</a:t>
            </a:r>
            <a:endParaRPr lang="fr-FR" dirty="0"/>
          </a:p>
          <a:p>
            <a:endParaRPr lang="fr-FR" b="1" dirty="0"/>
          </a:p>
          <a:p>
            <a:r>
              <a:rPr lang="fr-FR" b="1" dirty="0" err="1"/>
              <a:t>Blending</a:t>
            </a:r>
            <a:r>
              <a:rPr lang="fr-FR" b="1" dirty="0"/>
              <a:t> : </a:t>
            </a:r>
            <a:r>
              <a:rPr lang="en-US" dirty="0"/>
              <a:t>0,35 x </a:t>
            </a:r>
            <a:r>
              <a:rPr lang="en-US" dirty="0" err="1"/>
              <a:t>XGBoost</a:t>
            </a:r>
            <a:r>
              <a:rPr lang="en-US" dirty="0"/>
              <a:t> + 0,25 x </a:t>
            </a:r>
            <a:r>
              <a:rPr lang="en-US" dirty="0" err="1"/>
              <a:t>LightGBM</a:t>
            </a:r>
            <a:r>
              <a:rPr lang="en-US" dirty="0"/>
              <a:t> + 0,25 x </a:t>
            </a:r>
            <a:r>
              <a:rPr lang="en-US" dirty="0" err="1"/>
              <a:t>CatBoost</a:t>
            </a:r>
            <a:r>
              <a:rPr lang="en-US" dirty="0"/>
              <a:t> + 0,15 x </a:t>
            </a:r>
            <a:r>
              <a:rPr lang="en-US" dirty="0" err="1"/>
              <a:t>RandomForest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Choix des </a:t>
            </a:r>
            <a:r>
              <a:rPr lang="fr-FR" b="1" dirty="0"/>
              <a:t>poids</a:t>
            </a:r>
            <a:r>
              <a:rPr lang="en-US" b="1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XGBoost</a:t>
            </a:r>
            <a:r>
              <a:rPr lang="fr-FR" b="1" dirty="0"/>
              <a:t> (35%)</a:t>
            </a:r>
            <a:r>
              <a:rPr lang="fr-FR" dirty="0"/>
              <a:t> : le modèle le plus performant individuellement garde le plus d'influence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Random</a:t>
            </a:r>
            <a:r>
              <a:rPr lang="fr-FR" b="1" dirty="0"/>
              <a:t> Forest (15%) : </a:t>
            </a:r>
            <a:r>
              <a:rPr lang="fr-FR" dirty="0"/>
              <a:t>sert de régulateur (poids plus faible car moins précis, mais utile pour la variance)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LGBM/</a:t>
            </a:r>
            <a:r>
              <a:rPr lang="fr-FR" b="1" dirty="0" err="1"/>
              <a:t>CatBoost</a:t>
            </a:r>
            <a:r>
              <a:rPr lang="fr-FR" b="1" dirty="0"/>
              <a:t> (25% chacun) : </a:t>
            </a:r>
            <a:r>
              <a:rPr lang="fr-FR" dirty="0"/>
              <a:t>apportent des perspectives complémentaires importantes</a:t>
            </a:r>
            <a:endParaRPr lang="en-US" dirty="0"/>
          </a:p>
          <a:p>
            <a:endParaRPr lang="en-US" dirty="0"/>
          </a:p>
          <a:p>
            <a:r>
              <a:rPr lang="fr-FR" b="1" dirty="0"/>
              <a:t>Score (PR-AUC) : </a:t>
            </a:r>
            <a:r>
              <a:rPr lang="fr-FR" dirty="0"/>
              <a:t>0,191</a:t>
            </a:r>
            <a:endParaRPr lang="fr-FR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2A82449-3BF2-4488-B65D-8DC47AC70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30" r="20421"/>
          <a:stretch/>
        </p:blipFill>
        <p:spPr>
          <a:xfrm>
            <a:off x="0" y="4235116"/>
            <a:ext cx="9702265" cy="262288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C1FBE7C-4321-41E4-A9A5-63493AEA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9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Modèles : nettoyage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49C57A90-E989-43AC-B2A9-95481E493437}"/>
              </a:ext>
            </a:extLst>
          </p:cNvPr>
          <p:cNvSpPr txBox="1"/>
          <p:nvPr/>
        </p:nvSpPr>
        <p:spPr>
          <a:xfrm>
            <a:off x="221387" y="1432800"/>
            <a:ext cx="118390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</a:t>
            </a:r>
            <a:r>
              <a:rPr lang="fr-FR" dirty="0"/>
              <a:t>supprimer les variables "bruit" qui perturbent les modèles.</a:t>
            </a:r>
          </a:p>
          <a:p>
            <a:endParaRPr lang="fr-FR" dirty="0"/>
          </a:p>
          <a:p>
            <a:r>
              <a:rPr lang="fr-FR" b="1" dirty="0"/>
              <a:t>Méthode : </a:t>
            </a:r>
            <a:r>
              <a:rPr lang="fr-FR" dirty="0"/>
              <a:t>utilisation du "</a:t>
            </a:r>
            <a:r>
              <a:rPr lang="fr-FR" dirty="0" err="1"/>
              <a:t>feature</a:t>
            </a:r>
            <a:r>
              <a:rPr lang="fr-FR" dirty="0"/>
              <a:t> importances" de </a:t>
            </a:r>
            <a:r>
              <a:rPr lang="fr-FR" dirty="0" err="1"/>
              <a:t>XGBooost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Variables supprimées : </a:t>
            </a:r>
            <a:r>
              <a:rPr lang="fr-FR" dirty="0"/>
              <a:t>il reste 249 variables sur 842 (593 supprimées)</a:t>
            </a:r>
          </a:p>
          <a:p>
            <a:endParaRPr lang="en-US" dirty="0"/>
          </a:p>
          <a:p>
            <a:r>
              <a:rPr lang="fr-FR" b="1" dirty="0"/>
              <a:t>Score (PR-AUC) : </a:t>
            </a:r>
            <a:r>
              <a:rPr lang="fr-FR" dirty="0"/>
              <a:t>0,192</a:t>
            </a:r>
            <a:endParaRPr lang="fr-FR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2B6603A-DA56-4354-A408-070A33E7CB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30" r="10316"/>
          <a:stretch/>
        </p:blipFill>
        <p:spPr>
          <a:xfrm>
            <a:off x="0" y="4235116"/>
            <a:ext cx="10934299" cy="262288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AA2316E-A35A-414E-ABF0-93F4EDC0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932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Modèles : optimisation globale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BF71900-CEE3-4D65-AA5E-338527E8E6C1}"/>
              </a:ext>
            </a:extLst>
          </p:cNvPr>
          <p:cNvSpPr txBox="1"/>
          <p:nvPr/>
        </p:nvSpPr>
        <p:spPr>
          <a:xfrm>
            <a:off x="221387" y="1432800"/>
            <a:ext cx="118390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</a:t>
            </a:r>
            <a:r>
              <a:rPr lang="fr-FR" dirty="0"/>
              <a:t>optimiser les hyperparamètres des modèles </a:t>
            </a:r>
            <a:r>
              <a:rPr lang="fr-FR" dirty="0" err="1"/>
              <a:t>Random</a:t>
            </a:r>
            <a:r>
              <a:rPr lang="fr-FR" dirty="0"/>
              <a:t> Forest, </a:t>
            </a:r>
            <a:r>
              <a:rPr lang="fr-FR" dirty="0" err="1"/>
              <a:t>LightGBM</a:t>
            </a:r>
            <a:r>
              <a:rPr lang="fr-FR" dirty="0"/>
              <a:t> et </a:t>
            </a:r>
            <a:r>
              <a:rPr lang="fr-FR" dirty="0" err="1"/>
              <a:t>Catboost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b="1" dirty="0"/>
              <a:t>Méthode : </a:t>
            </a:r>
            <a:r>
              <a:rPr lang="fr-FR" dirty="0" err="1"/>
              <a:t>RandomizedSearchCV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Score (PR-AUC) : </a:t>
            </a:r>
            <a:r>
              <a:rPr lang="fr-FR" dirty="0"/>
              <a:t>0,201</a:t>
            </a:r>
          </a:p>
          <a:p>
            <a:endParaRPr lang="fr-FR" b="1" dirty="0"/>
          </a:p>
          <a:p>
            <a:r>
              <a:rPr lang="fr-FR" dirty="0"/>
              <a:t>-&gt; Nous choisissons de rester sur ce modèle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039B566-5246-494A-AB61-0704B656C4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30"/>
          <a:stretch/>
        </p:blipFill>
        <p:spPr>
          <a:xfrm>
            <a:off x="0" y="4235116"/>
            <a:ext cx="12192000" cy="262288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80FD42C-ECDE-4946-8A41-1048D34A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164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Importance des variables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376B2613-2359-49EB-973B-BC1CFA5B4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74" y="1058014"/>
            <a:ext cx="8091851" cy="5799987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A9387DD-26BE-44E5-9F26-F62FE679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226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7892FAB-5A4D-4AFD-99F7-08803AF30E9C}"/>
              </a:ext>
            </a:extLst>
          </p:cNvPr>
          <p:cNvSpPr txBox="1"/>
          <p:nvPr/>
        </p:nvSpPr>
        <p:spPr>
          <a:xfrm>
            <a:off x="346511" y="510141"/>
            <a:ext cx="962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1A42B"/>
                </a:solidFill>
              </a:rPr>
              <a:t>Bilan de ce projet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1662FA8-EB88-4F0B-A8A6-D778B4DC1616}"/>
              </a:ext>
            </a:extLst>
          </p:cNvPr>
          <p:cNvCxnSpPr>
            <a:cxnSpLocks/>
          </p:cNvCxnSpPr>
          <p:nvPr/>
        </p:nvCxnSpPr>
        <p:spPr>
          <a:xfrm>
            <a:off x="596767" y="1000490"/>
            <a:ext cx="28587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BF71900-CEE3-4D65-AA5E-338527E8E6C1}"/>
              </a:ext>
            </a:extLst>
          </p:cNvPr>
          <p:cNvSpPr txBox="1"/>
          <p:nvPr/>
        </p:nvSpPr>
        <p:spPr>
          <a:xfrm>
            <a:off x="221387" y="1432800"/>
            <a:ext cx="118390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Problème initial de classification déséquilibré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Compréhension profonde du comportement des fraudeurs, traduite en création de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Modèle finale : combiner 3 </a:t>
            </a:r>
            <a:r>
              <a:rPr lang="fr-FR" dirty="0" err="1"/>
              <a:t>Boostings</a:t>
            </a:r>
            <a:r>
              <a:rPr lang="fr-FR" dirty="0"/>
              <a:t> (XGB, LGBM, </a:t>
            </a:r>
            <a:r>
              <a:rPr lang="fr-FR" dirty="0" err="1"/>
              <a:t>CatBoost</a:t>
            </a:r>
            <a:r>
              <a:rPr lang="fr-FR" dirty="0"/>
              <a:t>) avec un Bagging (</a:t>
            </a:r>
            <a:r>
              <a:rPr lang="fr-FR" dirty="0" err="1"/>
              <a:t>Random</a:t>
            </a:r>
            <a:r>
              <a:rPr lang="fr-FR" dirty="0"/>
              <a:t> Forest) a permis de capter des signaux différents et de stabiliser la prédiction.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Score final PR-AUC : </a:t>
            </a:r>
            <a:r>
              <a:rPr lang="fr-FR" b="1" dirty="0"/>
              <a:t>0,2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+ 44 % de performance par rapport au benchmark du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+ 75 % de performance par rapport à l'utilisation d’un modèle basique sur les données brutes.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77</a:t>
            </a:r>
            <a:r>
              <a:rPr lang="fr-FR" baseline="30000" dirty="0"/>
              <a:t>ème</a:t>
            </a:r>
            <a:r>
              <a:rPr lang="fr-FR" dirty="0"/>
              <a:t> sur le classement public du challenge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Perspectives : NLP Avancé -&gt; on pourrait remplacer le </a:t>
            </a:r>
            <a:r>
              <a:rPr lang="fr-FR" dirty="0" err="1"/>
              <a:t>CountVectorizer</a:t>
            </a:r>
            <a:r>
              <a:rPr lang="fr-FR" dirty="0"/>
              <a:t> (</a:t>
            </a:r>
            <a:r>
              <a:rPr lang="fr-FR" dirty="0" err="1"/>
              <a:t>One-Hot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) par des </a:t>
            </a:r>
            <a:r>
              <a:rPr lang="fr-FR" dirty="0" err="1"/>
              <a:t>embeddings</a:t>
            </a:r>
            <a:r>
              <a:rPr lang="fr-FR" dirty="0"/>
              <a:t> modernes (BERT, Word2Vec) pour mieux comprendre le sens des descriptions produits.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Beaucoup d’intérêts pour ce projet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Données concrètes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Compréhension poussée des techniques de machine </a:t>
            </a:r>
            <a:r>
              <a:rPr lang="fr-FR" dirty="0" err="1"/>
              <a:t>learning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Aspect compétitif avec les scores PR-AUC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7755EB5-2D4B-40B5-AEF4-D299A722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120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F577C2A-F615-4F4E-A6F1-DBE3478B54D3}"/>
              </a:ext>
            </a:extLst>
          </p:cNvPr>
          <p:cNvSpPr txBox="1"/>
          <p:nvPr/>
        </p:nvSpPr>
        <p:spPr>
          <a:xfrm>
            <a:off x="529236" y="3105834"/>
            <a:ext cx="59393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8CC490"/>
                </a:solidFill>
              </a:rPr>
              <a:t>Merci de votre attention 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24DD9E-B6B7-4E47-B7CE-2A0B9BD95A4B}"/>
              </a:ext>
            </a:extLst>
          </p:cNvPr>
          <p:cNvSpPr/>
          <p:nvPr/>
        </p:nvSpPr>
        <p:spPr>
          <a:xfrm rot="2419285">
            <a:off x="3781019" y="1813571"/>
            <a:ext cx="8172861" cy="942627"/>
          </a:xfrm>
          <a:prstGeom prst="rect">
            <a:avLst/>
          </a:prstGeom>
          <a:solidFill>
            <a:srgbClr val="83D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28CC0C-B864-4D93-AC66-1E8DA62B7A33}"/>
              </a:ext>
            </a:extLst>
          </p:cNvPr>
          <p:cNvSpPr/>
          <p:nvPr/>
        </p:nvSpPr>
        <p:spPr>
          <a:xfrm rot="7783452">
            <a:off x="7624798" y="5307537"/>
            <a:ext cx="3882974" cy="1046961"/>
          </a:xfrm>
          <a:prstGeom prst="rect">
            <a:avLst/>
          </a:prstGeom>
          <a:solidFill>
            <a:srgbClr val="83D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B802F40-E3AE-458B-98AE-237D6CC5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B88F-BFD9-43C3-AF9B-C45D62874FB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1878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1501</Words>
  <Application>Microsoft Office PowerPoint</Application>
  <PresentationFormat>Grand écran</PresentationFormat>
  <Paragraphs>267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Leandre Gachet</dc:creator>
  <cp:lastModifiedBy>Leandre Gachet</cp:lastModifiedBy>
  <cp:revision>32</cp:revision>
  <dcterms:created xsi:type="dcterms:W3CDTF">2026-01-06T16:13:19Z</dcterms:created>
  <dcterms:modified xsi:type="dcterms:W3CDTF">2026-01-25T13:31:46Z</dcterms:modified>
</cp:coreProperties>
</file>